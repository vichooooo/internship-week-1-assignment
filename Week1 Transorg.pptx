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embeddedFontLst>
    <p:embeddedFont>
      <p:font typeface="Inter" panose="020B0604020202020204" charset="0"/>
      <p:regular r:id="rId15"/>
      <p:bold r:id="rId16"/>
    </p:embeddedFont>
    <p:embeddedFont>
      <p:font typeface="Trebuchet MS" panose="020B0603020202020204" pitchFamily="34" charset="0"/>
      <p:regular r:id="rId17"/>
      <p:bold r:id="rId18"/>
      <p:italic r:id="rId19"/>
      <p:boldItalic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1" roundtripDataSignature="AMtx7miZMYMMxlFKtJhBbynCG3MT9bywM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1" name="Google Shape;25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4"/>
        <p:cNvGrpSpPr/>
        <p:nvPr/>
      </p:nvGrpSpPr>
      <p:grpSpPr>
        <a:xfrm>
          <a:off x="0" y="0"/>
          <a:ext cx="0" cy="0"/>
          <a:chOff x="0" y="0"/>
          <a:chExt cx="0" cy="0"/>
        </a:xfrm>
      </p:grpSpPr>
      <p:sp>
        <p:nvSpPr>
          <p:cNvPr id="275" name="Google Shape;275;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7" name="Google Shape;28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Change layout</a:t>
            </a:r>
            <a:endParaRPr/>
          </a:p>
        </p:txBody>
      </p:sp>
      <p:sp>
        <p:nvSpPr>
          <p:cNvPr id="288" name="Google Shape;288;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7" name="Google Shape;29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8" name="Google Shape;298;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7" name="Google Shape;30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222222"/>
              </a:buClr>
              <a:buSzPts val="1200"/>
              <a:buFont typeface="Inter"/>
              <a:buNone/>
            </a:pPr>
            <a:r>
              <a:rPr lang="en-US" sz="1200">
                <a:solidFill>
                  <a:srgbClr val="222222"/>
                </a:solidFill>
                <a:latin typeface="Inter"/>
                <a:ea typeface="Inter"/>
                <a:cs typeface="Inter"/>
                <a:sym typeface="Inter"/>
              </a:rPr>
              <a:t>breaking, acceleration as behavior</a:t>
            </a:r>
            <a:endParaRPr/>
          </a:p>
          <a:p>
            <a:pPr marL="0" lvl="0" indent="0" algn="l" rtl="0">
              <a:spcBef>
                <a:spcPts val="0"/>
              </a:spcBef>
              <a:spcAft>
                <a:spcPts val="0"/>
              </a:spcAft>
              <a:buNone/>
            </a:pPr>
            <a:endParaRPr/>
          </a:p>
        </p:txBody>
      </p:sp>
      <p:sp>
        <p:nvSpPr>
          <p:cNvPr id="308" name="Google Shape;308;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6" name="Google Shape;31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4" name="Google Shape;32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2" name="Google Shape;33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0" name="Google Shape;340;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Add images</a:t>
            </a:r>
            <a:endParaRPr/>
          </a:p>
        </p:txBody>
      </p:sp>
      <p:sp>
        <p:nvSpPr>
          <p:cNvPr id="349" name="Google Shape;34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7" name="Google Shape;35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a:extLst>
            <a:ext uri="{FF2B5EF4-FFF2-40B4-BE49-F238E27FC236}">
              <a16:creationId xmlns:a16="http://schemas.microsoft.com/office/drawing/2014/main" id="{B7E079C6-A53C-9E73-6052-9907CF820B92}"/>
            </a:ext>
          </a:extLst>
        </p:cNvPr>
        <p:cNvGrpSpPr/>
        <p:nvPr/>
      </p:nvGrpSpPr>
      <p:grpSpPr>
        <a:xfrm>
          <a:off x="0" y="0"/>
          <a:ext cx="0" cy="0"/>
          <a:chOff x="0" y="0"/>
          <a:chExt cx="0" cy="0"/>
        </a:xfrm>
      </p:grpSpPr>
      <p:sp>
        <p:nvSpPr>
          <p:cNvPr id="347" name="Google Shape;347;p10:notes">
            <a:extLst>
              <a:ext uri="{FF2B5EF4-FFF2-40B4-BE49-F238E27FC236}">
                <a16:creationId xmlns:a16="http://schemas.microsoft.com/office/drawing/2014/main" id="{541727CF-BBB8-624C-3185-E6CD88EE8B4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p10:notes">
            <a:extLst>
              <a:ext uri="{FF2B5EF4-FFF2-40B4-BE49-F238E27FC236}">
                <a16:creationId xmlns:a16="http://schemas.microsoft.com/office/drawing/2014/main" id="{39AE99AF-2B84-4D8D-EDF7-9309943A93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Add images</a:t>
            </a:r>
            <a:endParaRPr/>
          </a:p>
        </p:txBody>
      </p:sp>
      <p:sp>
        <p:nvSpPr>
          <p:cNvPr id="349" name="Google Shape;349;p10:notes">
            <a:extLst>
              <a:ext uri="{FF2B5EF4-FFF2-40B4-BE49-F238E27FC236}">
                <a16:creationId xmlns:a16="http://schemas.microsoft.com/office/drawing/2014/main" id="{AF82E0DB-D4C6-4CE0-18B9-E171675A9C1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178212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15"/>
        <p:cNvGrpSpPr/>
        <p:nvPr/>
      </p:nvGrpSpPr>
      <p:grpSpPr>
        <a:xfrm>
          <a:off x="0" y="0"/>
          <a:ext cx="0" cy="0"/>
          <a:chOff x="0" y="0"/>
          <a:chExt cx="0" cy="0"/>
        </a:xfrm>
      </p:grpSpPr>
      <p:sp>
        <p:nvSpPr>
          <p:cNvPr id="16" name="Google Shape;16;p13"/>
          <p:cNvSpPr>
            <a:spLocks noGrp="1"/>
          </p:cNvSpPr>
          <p:nvPr>
            <p:ph type="pic" idx="2"/>
          </p:nvPr>
        </p:nvSpPr>
        <p:spPr>
          <a:xfrm>
            <a:off x="0" y="0"/>
            <a:ext cx="12192000" cy="6153149"/>
          </a:xfrm>
          <a:prstGeom prst="rect">
            <a:avLst/>
          </a:prstGeom>
          <a:noFill/>
          <a:ln>
            <a:noFill/>
          </a:ln>
        </p:spPr>
      </p:sp>
      <p:sp>
        <p:nvSpPr>
          <p:cNvPr id="17" name="Google Shape;17;p13"/>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6_Title Slide">
  <p:cSld name="16_Title Slide">
    <p:spTree>
      <p:nvGrpSpPr>
        <p:cNvPr id="1" name="Shape 18"/>
        <p:cNvGrpSpPr/>
        <p:nvPr/>
      </p:nvGrpSpPr>
      <p:grpSpPr>
        <a:xfrm>
          <a:off x="0" y="0"/>
          <a:ext cx="0" cy="0"/>
          <a:chOff x="0" y="0"/>
          <a:chExt cx="0" cy="0"/>
        </a:xfrm>
      </p:grpSpPr>
      <p:sp>
        <p:nvSpPr>
          <p:cNvPr id="19" name="Google Shape;19;p14"/>
          <p:cNvSpPr>
            <a:spLocks noGrp="1"/>
          </p:cNvSpPr>
          <p:nvPr>
            <p:ph type="pic" idx="2"/>
          </p:nvPr>
        </p:nvSpPr>
        <p:spPr>
          <a:xfrm>
            <a:off x="7976930" y="1085851"/>
            <a:ext cx="3361685" cy="3048000"/>
          </a:xfrm>
          <a:prstGeom prst="rect">
            <a:avLst/>
          </a:prstGeom>
          <a:solidFill>
            <a:schemeClr val="lt1"/>
          </a:solidFill>
          <a:ln>
            <a:noFill/>
          </a:ln>
        </p:spPr>
      </p:sp>
      <p:sp>
        <p:nvSpPr>
          <p:cNvPr id="20" name="Google Shape;20;p14"/>
          <p:cNvSpPr>
            <a:spLocks noGrp="1"/>
          </p:cNvSpPr>
          <p:nvPr>
            <p:ph type="pic" idx="3"/>
          </p:nvPr>
        </p:nvSpPr>
        <p:spPr>
          <a:xfrm>
            <a:off x="4408226" y="1085851"/>
            <a:ext cx="3361685" cy="3048000"/>
          </a:xfrm>
          <a:prstGeom prst="rect">
            <a:avLst/>
          </a:prstGeom>
          <a:solidFill>
            <a:schemeClr val="lt1"/>
          </a:solidFill>
          <a:ln>
            <a:noFill/>
          </a:ln>
        </p:spPr>
      </p:sp>
      <p:sp>
        <p:nvSpPr>
          <p:cNvPr id="21" name="Google Shape;21;p14"/>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 name="Google Shape;22;p14"/>
          <p:cNvSpPr/>
          <p:nvPr/>
        </p:nvSpPr>
        <p:spPr>
          <a:xfrm>
            <a:off x="9884228" y="0"/>
            <a:ext cx="2307771" cy="1757016"/>
          </a:xfrm>
          <a:custGeom>
            <a:avLst/>
            <a:gdLst/>
            <a:ahLst/>
            <a:cxnLst/>
            <a:rect l="l" t="t" r="r" b="b"/>
            <a:pathLst>
              <a:path w="3090808" h="1757016" extrusionOk="0">
                <a:moveTo>
                  <a:pt x="0" y="0"/>
                </a:moveTo>
                <a:lnTo>
                  <a:pt x="3090808" y="0"/>
                </a:lnTo>
                <a:lnTo>
                  <a:pt x="3090808" y="1757016"/>
                </a:lnTo>
                <a:cubicBezTo>
                  <a:pt x="1846649" y="1757016"/>
                  <a:pt x="749721" y="1126647"/>
                  <a:pt x="101985" y="167871"/>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3" name="Google Shape;23;p14"/>
          <p:cNvSpPr/>
          <p:nvPr/>
        </p:nvSpPr>
        <p:spPr>
          <a:xfrm>
            <a:off x="9457899" y="0"/>
            <a:ext cx="2734101" cy="1368634"/>
          </a:xfrm>
          <a:custGeom>
            <a:avLst/>
            <a:gdLst/>
            <a:ahLst/>
            <a:cxnLst/>
            <a:rect l="l" t="t" r="r" b="b"/>
            <a:pathLst>
              <a:path w="3090808" h="1757016" extrusionOk="0">
                <a:moveTo>
                  <a:pt x="0" y="0"/>
                </a:moveTo>
                <a:lnTo>
                  <a:pt x="3090808" y="0"/>
                </a:lnTo>
                <a:lnTo>
                  <a:pt x="3090808" y="1757016"/>
                </a:lnTo>
                <a:cubicBezTo>
                  <a:pt x="1846649" y="1757016"/>
                  <a:pt x="749721" y="1126647"/>
                  <a:pt x="101985" y="167871"/>
                </a:cubicBezTo>
                <a:close/>
              </a:path>
            </a:pathLst>
          </a:cu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4" name="Google Shape;24;p14"/>
          <p:cNvSpPr/>
          <p:nvPr/>
        </p:nvSpPr>
        <p:spPr>
          <a:xfrm rot="10800000">
            <a:off x="0" y="6035948"/>
            <a:ext cx="1476466" cy="839320"/>
          </a:xfrm>
          <a:custGeom>
            <a:avLst/>
            <a:gdLst/>
            <a:ahLst/>
            <a:cxnLst/>
            <a:rect l="l" t="t" r="r" b="b"/>
            <a:pathLst>
              <a:path w="3090808" h="1757016" extrusionOk="0">
                <a:moveTo>
                  <a:pt x="0" y="0"/>
                </a:moveTo>
                <a:lnTo>
                  <a:pt x="3090808" y="0"/>
                </a:lnTo>
                <a:lnTo>
                  <a:pt x="3090808" y="1757016"/>
                </a:lnTo>
                <a:cubicBezTo>
                  <a:pt x="1846649" y="1757016"/>
                  <a:pt x="749721" y="1126647"/>
                  <a:pt x="101985" y="167871"/>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5" name="Google Shape;25;p14"/>
          <p:cNvSpPr/>
          <p:nvPr/>
        </p:nvSpPr>
        <p:spPr>
          <a:xfrm rot="10800000">
            <a:off x="-1" y="6297548"/>
            <a:ext cx="1897039" cy="577719"/>
          </a:xfrm>
          <a:custGeom>
            <a:avLst/>
            <a:gdLst/>
            <a:ahLst/>
            <a:cxnLst/>
            <a:rect l="l" t="t" r="r" b="b"/>
            <a:pathLst>
              <a:path w="3090808" h="1757016" extrusionOk="0">
                <a:moveTo>
                  <a:pt x="0" y="0"/>
                </a:moveTo>
                <a:lnTo>
                  <a:pt x="3090808" y="0"/>
                </a:lnTo>
                <a:lnTo>
                  <a:pt x="3090808" y="1757016"/>
                </a:lnTo>
                <a:cubicBezTo>
                  <a:pt x="1846649" y="1757016"/>
                  <a:pt x="749721" y="1126647"/>
                  <a:pt x="101985" y="167871"/>
                </a:cubicBezTo>
                <a:close/>
              </a:path>
            </a:pathLst>
          </a:cu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pic>
        <p:nvPicPr>
          <p:cNvPr id="26" name="Google Shape;26;p14"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8_Title Slide">
  <p:cSld name="8_Title Slide">
    <p:spTree>
      <p:nvGrpSpPr>
        <p:cNvPr id="1" name="Shape 27"/>
        <p:cNvGrpSpPr/>
        <p:nvPr/>
      </p:nvGrpSpPr>
      <p:grpSpPr>
        <a:xfrm>
          <a:off x="0" y="0"/>
          <a:ext cx="0" cy="0"/>
          <a:chOff x="0" y="0"/>
          <a:chExt cx="0" cy="0"/>
        </a:xfrm>
      </p:grpSpPr>
      <p:sp>
        <p:nvSpPr>
          <p:cNvPr id="28" name="Google Shape;28;p15"/>
          <p:cNvSpPr>
            <a:spLocks noGrp="1"/>
          </p:cNvSpPr>
          <p:nvPr>
            <p:ph type="pic" idx="2"/>
          </p:nvPr>
        </p:nvSpPr>
        <p:spPr>
          <a:xfrm>
            <a:off x="858979" y="1052946"/>
            <a:ext cx="5735783" cy="2770909"/>
          </a:xfrm>
          <a:prstGeom prst="rect">
            <a:avLst/>
          </a:prstGeom>
          <a:solidFill>
            <a:schemeClr val="lt1"/>
          </a:solidFill>
          <a:ln>
            <a:noFill/>
          </a:ln>
        </p:spPr>
      </p:sp>
      <p:sp>
        <p:nvSpPr>
          <p:cNvPr id="29" name="Google Shape;29;p15"/>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0" name="Google Shape;30;p15"/>
          <p:cNvSpPr/>
          <p:nvPr/>
        </p:nvSpPr>
        <p:spPr>
          <a:xfrm>
            <a:off x="10086106" y="0"/>
            <a:ext cx="2105895" cy="3144982"/>
          </a:xfrm>
          <a:custGeom>
            <a:avLst/>
            <a:gdLst/>
            <a:ahLst/>
            <a:cxnLst/>
            <a:rect l="l" t="t" r="r" b="b"/>
            <a:pathLst>
              <a:path w="2105895" h="3144982" extrusionOk="0">
                <a:moveTo>
                  <a:pt x="0" y="0"/>
                </a:moveTo>
                <a:lnTo>
                  <a:pt x="2105895" y="0"/>
                </a:lnTo>
                <a:lnTo>
                  <a:pt x="2105895" y="3144982"/>
                </a:lnTo>
                <a:lnTo>
                  <a:pt x="317741" y="3144982"/>
                </a:lnTo>
                <a:cubicBezTo>
                  <a:pt x="142257" y="3144982"/>
                  <a:pt x="0" y="3002725"/>
                  <a:pt x="0" y="2827241"/>
                </a:cubicBezTo>
                <a:close/>
              </a:path>
            </a:pathLst>
          </a:cu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31" name="Google Shape;31;p15"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8_Title Slide">
  <p:cSld name="28_Title Slide">
    <p:spTree>
      <p:nvGrpSpPr>
        <p:cNvPr id="1" name="Shape 32"/>
        <p:cNvGrpSpPr/>
        <p:nvPr/>
      </p:nvGrpSpPr>
      <p:grpSpPr>
        <a:xfrm>
          <a:off x="0" y="0"/>
          <a:ext cx="0" cy="0"/>
          <a:chOff x="0" y="0"/>
          <a:chExt cx="0" cy="0"/>
        </a:xfrm>
      </p:grpSpPr>
      <p:sp>
        <p:nvSpPr>
          <p:cNvPr id="33" name="Google Shape;33;p16"/>
          <p:cNvSpPr/>
          <p:nvPr/>
        </p:nvSpPr>
        <p:spPr>
          <a:xfrm>
            <a:off x="6547104" y="5735"/>
            <a:ext cx="5644895" cy="6852265"/>
          </a:xfrm>
          <a:custGeom>
            <a:avLst/>
            <a:gdLst/>
            <a:ahLst/>
            <a:cxnLst/>
            <a:rect l="l" t="t" r="r" b="b"/>
            <a:pathLst>
              <a:path w="5937042" h="6228031" extrusionOk="0">
                <a:moveTo>
                  <a:pt x="2085497" y="0"/>
                </a:moveTo>
                <a:lnTo>
                  <a:pt x="5937043" y="0"/>
                </a:lnTo>
                <a:lnTo>
                  <a:pt x="5937043" y="6228032"/>
                </a:lnTo>
                <a:lnTo>
                  <a:pt x="20413" y="6228032"/>
                </a:lnTo>
                <a:cubicBezTo>
                  <a:pt x="20413" y="6228032"/>
                  <a:pt x="-192651" y="4916867"/>
                  <a:pt x="757943" y="3704040"/>
                </a:cubicBezTo>
                <a:cubicBezTo>
                  <a:pt x="1708537" y="2491213"/>
                  <a:pt x="2347729" y="1343944"/>
                  <a:pt x="2085497" y="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 name="Google Shape;34;p16"/>
          <p:cNvSpPr/>
          <p:nvPr/>
        </p:nvSpPr>
        <p:spPr>
          <a:xfrm>
            <a:off x="7279228" y="5735"/>
            <a:ext cx="4912771" cy="6852265"/>
          </a:xfrm>
          <a:custGeom>
            <a:avLst/>
            <a:gdLst/>
            <a:ahLst/>
            <a:cxnLst/>
            <a:rect l="l" t="t" r="r" b="b"/>
            <a:pathLst>
              <a:path w="5937042" h="6228031" extrusionOk="0">
                <a:moveTo>
                  <a:pt x="2085497" y="0"/>
                </a:moveTo>
                <a:lnTo>
                  <a:pt x="5937043" y="0"/>
                </a:lnTo>
                <a:lnTo>
                  <a:pt x="5937043" y="6228032"/>
                </a:lnTo>
                <a:lnTo>
                  <a:pt x="20413" y="6228032"/>
                </a:lnTo>
                <a:cubicBezTo>
                  <a:pt x="20413" y="6228032"/>
                  <a:pt x="-192651" y="4916867"/>
                  <a:pt x="757943" y="3704040"/>
                </a:cubicBezTo>
                <a:cubicBezTo>
                  <a:pt x="1708537" y="2491213"/>
                  <a:pt x="2347729" y="1343944"/>
                  <a:pt x="2085497" y="0"/>
                </a:cubicBezTo>
                <a:close/>
              </a:path>
            </a:pathLst>
          </a:custGeom>
          <a:solidFill>
            <a:srgbClr val="0033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 name="Google Shape;35;p16"/>
          <p:cNvSpPr>
            <a:spLocks noGrp="1"/>
          </p:cNvSpPr>
          <p:nvPr>
            <p:ph type="pic" idx="2"/>
          </p:nvPr>
        </p:nvSpPr>
        <p:spPr>
          <a:xfrm>
            <a:off x="9771868" y="2181421"/>
            <a:ext cx="1473222" cy="1473222"/>
          </a:xfrm>
          <a:prstGeom prst="rect">
            <a:avLst/>
          </a:prstGeom>
          <a:solidFill>
            <a:schemeClr val="lt1"/>
          </a:solidFill>
          <a:ln w="57150" cap="flat" cmpd="sng">
            <a:solidFill>
              <a:srgbClr val="00B0F0"/>
            </a:solidFill>
            <a:prstDash val="solid"/>
            <a:round/>
            <a:headEnd type="none" w="sm" len="sm"/>
            <a:tailEnd type="none" w="sm" len="sm"/>
          </a:ln>
        </p:spPr>
      </p:sp>
      <p:sp>
        <p:nvSpPr>
          <p:cNvPr id="36" name="Google Shape;36;p16"/>
          <p:cNvSpPr>
            <a:spLocks noGrp="1"/>
          </p:cNvSpPr>
          <p:nvPr>
            <p:ph type="pic" idx="3"/>
          </p:nvPr>
        </p:nvSpPr>
        <p:spPr>
          <a:xfrm>
            <a:off x="8033995" y="2181421"/>
            <a:ext cx="1473222" cy="1473222"/>
          </a:xfrm>
          <a:prstGeom prst="rect">
            <a:avLst/>
          </a:prstGeom>
          <a:solidFill>
            <a:schemeClr val="lt1"/>
          </a:solidFill>
          <a:ln w="57150" cap="flat" cmpd="sng">
            <a:solidFill>
              <a:srgbClr val="00B0F0"/>
            </a:solidFill>
            <a:prstDash val="solid"/>
            <a:round/>
            <a:headEnd type="none" w="sm" len="sm"/>
            <a:tailEnd type="none" w="sm" len="sm"/>
          </a:ln>
        </p:spPr>
      </p:sp>
      <p:sp>
        <p:nvSpPr>
          <p:cNvPr id="37" name="Google Shape;37;p16"/>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38" name="Google Shape;38;p16"/>
          <p:cNvSpPr>
            <a:spLocks noGrp="1"/>
          </p:cNvSpPr>
          <p:nvPr>
            <p:ph type="pic" idx="4"/>
          </p:nvPr>
        </p:nvSpPr>
        <p:spPr>
          <a:xfrm>
            <a:off x="3864083" y="1436369"/>
            <a:ext cx="3263136" cy="4434839"/>
          </a:xfrm>
          <a:prstGeom prst="rect">
            <a:avLst/>
          </a:prstGeom>
          <a:solidFill>
            <a:schemeClr val="lt1"/>
          </a:solidFill>
          <a:ln>
            <a:noFill/>
          </a:ln>
        </p:spPr>
      </p:sp>
      <p:pic>
        <p:nvPicPr>
          <p:cNvPr id="39" name="Google Shape;39;p16"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5_Title Slide">
  <p:cSld name="5_Title Slide">
    <p:spTree>
      <p:nvGrpSpPr>
        <p:cNvPr id="1" name="Shape 40"/>
        <p:cNvGrpSpPr/>
        <p:nvPr/>
      </p:nvGrpSpPr>
      <p:grpSpPr>
        <a:xfrm>
          <a:off x="0" y="0"/>
          <a:ext cx="0" cy="0"/>
          <a:chOff x="0" y="0"/>
          <a:chExt cx="0" cy="0"/>
        </a:xfrm>
      </p:grpSpPr>
      <p:sp>
        <p:nvSpPr>
          <p:cNvPr id="41" name="Google Shape;41;p17"/>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2" name="Google Shape;42;p17"/>
          <p:cNvSpPr/>
          <p:nvPr/>
        </p:nvSpPr>
        <p:spPr>
          <a:xfrm>
            <a:off x="10867020" y="1"/>
            <a:ext cx="1324981" cy="1340905"/>
          </a:xfrm>
          <a:custGeom>
            <a:avLst/>
            <a:gdLst/>
            <a:ahLst/>
            <a:cxnLst/>
            <a:rect l="l" t="t" r="r" b="b"/>
            <a:pathLst>
              <a:path w="1324981" h="1340905" extrusionOk="0">
                <a:moveTo>
                  <a:pt x="0" y="0"/>
                </a:moveTo>
                <a:lnTo>
                  <a:pt x="1324981" y="0"/>
                </a:lnTo>
                <a:lnTo>
                  <a:pt x="1324981" y="1340905"/>
                </a:lnTo>
                <a:lnTo>
                  <a:pt x="850941" y="1340905"/>
                </a:lnTo>
                <a:cubicBezTo>
                  <a:pt x="380979" y="1340905"/>
                  <a:pt x="0" y="959926"/>
                  <a:pt x="0" y="489964"/>
                </a:cubicBezTo>
                <a:close/>
              </a:path>
            </a:pathLst>
          </a:cu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43" name="Google Shape;43;p17"/>
          <p:cNvSpPr>
            <a:spLocks noGrp="1"/>
          </p:cNvSpPr>
          <p:nvPr>
            <p:ph type="pic" idx="2"/>
          </p:nvPr>
        </p:nvSpPr>
        <p:spPr>
          <a:xfrm>
            <a:off x="0" y="1020042"/>
            <a:ext cx="5119168" cy="5837959"/>
          </a:xfrm>
          <a:prstGeom prst="rect">
            <a:avLst/>
          </a:prstGeom>
          <a:solidFill>
            <a:schemeClr val="lt1"/>
          </a:solidFill>
          <a:ln>
            <a:noFill/>
          </a:ln>
        </p:spPr>
      </p:sp>
      <p:pic>
        <p:nvPicPr>
          <p:cNvPr id="44" name="Google Shape;44;p17"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29_Title Slide">
  <p:cSld name="29_Title Slide">
    <p:spTree>
      <p:nvGrpSpPr>
        <p:cNvPr id="1" name="Shape 45"/>
        <p:cNvGrpSpPr/>
        <p:nvPr/>
      </p:nvGrpSpPr>
      <p:grpSpPr>
        <a:xfrm>
          <a:off x="0" y="0"/>
          <a:ext cx="0" cy="0"/>
          <a:chOff x="0" y="0"/>
          <a:chExt cx="0" cy="0"/>
        </a:xfrm>
      </p:grpSpPr>
      <p:sp>
        <p:nvSpPr>
          <p:cNvPr id="46" name="Google Shape;46;p18"/>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47" name="Google Shape;47;p18"/>
          <p:cNvSpPr/>
          <p:nvPr/>
        </p:nvSpPr>
        <p:spPr>
          <a:xfrm flipH="1">
            <a:off x="4752694" y="0"/>
            <a:ext cx="7439306" cy="6854532"/>
          </a:xfrm>
          <a:custGeom>
            <a:avLst/>
            <a:gdLst/>
            <a:ahLst/>
            <a:cxnLst/>
            <a:rect l="l" t="t" r="r" b="b"/>
            <a:pathLst>
              <a:path w="7439306" h="6854532" extrusionOk="0">
                <a:moveTo>
                  <a:pt x="4223173" y="0"/>
                </a:moveTo>
                <a:lnTo>
                  <a:pt x="0" y="0"/>
                </a:lnTo>
                <a:lnTo>
                  <a:pt x="0" y="6854533"/>
                </a:lnTo>
                <a:lnTo>
                  <a:pt x="7439280" y="6854533"/>
                </a:lnTo>
                <a:cubicBezTo>
                  <a:pt x="7450658" y="3869986"/>
                  <a:pt x="3748384" y="3349043"/>
                  <a:pt x="4223173" y="0"/>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48" name="Google Shape;48;p18"/>
          <p:cNvGrpSpPr/>
          <p:nvPr/>
        </p:nvGrpSpPr>
        <p:grpSpPr>
          <a:xfrm rot="5400000">
            <a:off x="10192650" y="1078832"/>
            <a:ext cx="923430" cy="1158126"/>
            <a:chOff x="9174480" y="2522220"/>
            <a:chExt cx="1173480" cy="1471728"/>
          </a:xfrm>
        </p:grpSpPr>
        <p:sp>
          <p:nvSpPr>
            <p:cNvPr id="49" name="Google Shape;49;p18"/>
            <p:cNvSpPr/>
            <p:nvPr/>
          </p:nvSpPr>
          <p:spPr>
            <a:xfrm>
              <a:off x="9174480" y="2522220"/>
              <a:ext cx="167640" cy="167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0" name="Google Shape;50;p18"/>
            <p:cNvSpPr/>
            <p:nvPr/>
          </p:nvSpPr>
          <p:spPr>
            <a:xfrm>
              <a:off x="9677400" y="2522220"/>
              <a:ext cx="167640" cy="167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1" name="Google Shape;51;p18"/>
            <p:cNvSpPr/>
            <p:nvPr/>
          </p:nvSpPr>
          <p:spPr>
            <a:xfrm>
              <a:off x="10180320" y="2522220"/>
              <a:ext cx="167640" cy="167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2" name="Google Shape;52;p18"/>
            <p:cNvSpPr/>
            <p:nvPr/>
          </p:nvSpPr>
          <p:spPr>
            <a:xfrm>
              <a:off x="9174480" y="2956916"/>
              <a:ext cx="167640" cy="167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3" name="Google Shape;53;p18"/>
            <p:cNvSpPr/>
            <p:nvPr/>
          </p:nvSpPr>
          <p:spPr>
            <a:xfrm>
              <a:off x="9677400" y="2956916"/>
              <a:ext cx="167640" cy="167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4" name="Google Shape;54;p18"/>
            <p:cNvSpPr/>
            <p:nvPr/>
          </p:nvSpPr>
          <p:spPr>
            <a:xfrm>
              <a:off x="10180320" y="2956916"/>
              <a:ext cx="167640" cy="167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5" name="Google Shape;55;p18"/>
            <p:cNvSpPr/>
            <p:nvPr/>
          </p:nvSpPr>
          <p:spPr>
            <a:xfrm>
              <a:off x="9174480" y="3391612"/>
              <a:ext cx="167640" cy="167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6" name="Google Shape;56;p18"/>
            <p:cNvSpPr/>
            <p:nvPr/>
          </p:nvSpPr>
          <p:spPr>
            <a:xfrm>
              <a:off x="9677400" y="3391612"/>
              <a:ext cx="167640" cy="167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7" name="Google Shape;57;p18"/>
            <p:cNvSpPr/>
            <p:nvPr/>
          </p:nvSpPr>
          <p:spPr>
            <a:xfrm>
              <a:off x="10180320" y="3391612"/>
              <a:ext cx="167640" cy="167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8" name="Google Shape;58;p18"/>
            <p:cNvSpPr/>
            <p:nvPr/>
          </p:nvSpPr>
          <p:spPr>
            <a:xfrm>
              <a:off x="9174480" y="3826308"/>
              <a:ext cx="167640" cy="167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59" name="Google Shape;59;p18"/>
            <p:cNvSpPr/>
            <p:nvPr/>
          </p:nvSpPr>
          <p:spPr>
            <a:xfrm>
              <a:off x="9677400" y="3826308"/>
              <a:ext cx="167640" cy="167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0" name="Google Shape;60;p18"/>
            <p:cNvSpPr/>
            <p:nvPr/>
          </p:nvSpPr>
          <p:spPr>
            <a:xfrm>
              <a:off x="10180320" y="3826308"/>
              <a:ext cx="167640" cy="167640"/>
            </a:xfrm>
            <a:prstGeom prst="ellipse">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61" name="Google Shape;61;p18"/>
          <p:cNvGrpSpPr/>
          <p:nvPr/>
        </p:nvGrpSpPr>
        <p:grpSpPr>
          <a:xfrm rot="5400000">
            <a:off x="1673145" y="1366984"/>
            <a:ext cx="923430" cy="1158126"/>
            <a:chOff x="9174480" y="2522220"/>
            <a:chExt cx="1173480" cy="1471728"/>
          </a:xfrm>
        </p:grpSpPr>
        <p:sp>
          <p:nvSpPr>
            <p:cNvPr id="62" name="Google Shape;62;p18"/>
            <p:cNvSpPr/>
            <p:nvPr/>
          </p:nvSpPr>
          <p:spPr>
            <a:xfrm>
              <a:off x="9174480" y="2522220"/>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3" name="Google Shape;63;p18"/>
            <p:cNvSpPr/>
            <p:nvPr/>
          </p:nvSpPr>
          <p:spPr>
            <a:xfrm>
              <a:off x="9677400" y="2522220"/>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4" name="Google Shape;64;p18"/>
            <p:cNvSpPr/>
            <p:nvPr/>
          </p:nvSpPr>
          <p:spPr>
            <a:xfrm>
              <a:off x="10180320" y="2522220"/>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5" name="Google Shape;65;p18"/>
            <p:cNvSpPr/>
            <p:nvPr/>
          </p:nvSpPr>
          <p:spPr>
            <a:xfrm>
              <a:off x="9174480" y="2956916"/>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6" name="Google Shape;66;p18"/>
            <p:cNvSpPr/>
            <p:nvPr/>
          </p:nvSpPr>
          <p:spPr>
            <a:xfrm>
              <a:off x="9677400" y="2956916"/>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7" name="Google Shape;67;p18"/>
            <p:cNvSpPr/>
            <p:nvPr/>
          </p:nvSpPr>
          <p:spPr>
            <a:xfrm>
              <a:off x="10180320" y="2956916"/>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8" name="Google Shape;68;p18"/>
            <p:cNvSpPr/>
            <p:nvPr/>
          </p:nvSpPr>
          <p:spPr>
            <a:xfrm>
              <a:off x="9174480" y="3391612"/>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69" name="Google Shape;69;p18"/>
            <p:cNvSpPr/>
            <p:nvPr/>
          </p:nvSpPr>
          <p:spPr>
            <a:xfrm>
              <a:off x="9677400" y="3391612"/>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 name="Google Shape;70;p18"/>
            <p:cNvSpPr/>
            <p:nvPr/>
          </p:nvSpPr>
          <p:spPr>
            <a:xfrm>
              <a:off x="10180320" y="3391612"/>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1" name="Google Shape;71;p18"/>
            <p:cNvSpPr/>
            <p:nvPr/>
          </p:nvSpPr>
          <p:spPr>
            <a:xfrm>
              <a:off x="9174480" y="3826308"/>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2" name="Google Shape;72;p18"/>
            <p:cNvSpPr/>
            <p:nvPr/>
          </p:nvSpPr>
          <p:spPr>
            <a:xfrm>
              <a:off x="9677400" y="3826308"/>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 name="Google Shape;73;p18"/>
            <p:cNvSpPr/>
            <p:nvPr/>
          </p:nvSpPr>
          <p:spPr>
            <a:xfrm>
              <a:off x="10180320" y="3826308"/>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74" name="Google Shape;74;p18"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7_Title Slide">
  <p:cSld name="7_Title Slide">
    <p:spTree>
      <p:nvGrpSpPr>
        <p:cNvPr id="1" name="Shape 75"/>
        <p:cNvGrpSpPr/>
        <p:nvPr/>
      </p:nvGrpSpPr>
      <p:grpSpPr>
        <a:xfrm>
          <a:off x="0" y="0"/>
          <a:ext cx="0" cy="0"/>
          <a:chOff x="0" y="0"/>
          <a:chExt cx="0" cy="0"/>
        </a:xfrm>
      </p:grpSpPr>
      <p:sp>
        <p:nvSpPr>
          <p:cNvPr id="76" name="Google Shape;76;p19"/>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77" name="Google Shape;77;p19"/>
          <p:cNvSpPr/>
          <p:nvPr/>
        </p:nvSpPr>
        <p:spPr>
          <a:xfrm>
            <a:off x="7687127" y="4908401"/>
            <a:ext cx="4499871" cy="1949599"/>
          </a:xfrm>
          <a:custGeom>
            <a:avLst/>
            <a:gdLst/>
            <a:ahLst/>
            <a:cxnLst/>
            <a:rect l="l" t="t" r="r" b="b"/>
            <a:pathLst>
              <a:path w="4499871" h="1949599" extrusionOk="0">
                <a:moveTo>
                  <a:pt x="3886200" y="107"/>
                </a:moveTo>
                <a:cubicBezTo>
                  <a:pt x="4060904" y="-2566"/>
                  <a:pt x="4261560" y="45119"/>
                  <a:pt x="4499871" y="163913"/>
                </a:cubicBezTo>
                <a:lnTo>
                  <a:pt x="4499871" y="1949599"/>
                </a:lnTo>
                <a:lnTo>
                  <a:pt x="0" y="1949599"/>
                </a:lnTo>
                <a:lnTo>
                  <a:pt x="25954" y="1865618"/>
                </a:lnTo>
                <a:cubicBezTo>
                  <a:pt x="171049" y="1453081"/>
                  <a:pt x="541234" y="946951"/>
                  <a:pt x="1483767" y="1181193"/>
                </a:cubicBezTo>
                <a:cubicBezTo>
                  <a:pt x="2756186" y="1497419"/>
                  <a:pt x="2942801" y="14542"/>
                  <a:pt x="3886200" y="107"/>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8" name="Google Shape;78;p19"/>
          <p:cNvSpPr/>
          <p:nvPr/>
        </p:nvSpPr>
        <p:spPr>
          <a:xfrm>
            <a:off x="7729482" y="5486400"/>
            <a:ext cx="4457516" cy="1371600"/>
          </a:xfrm>
          <a:custGeom>
            <a:avLst/>
            <a:gdLst/>
            <a:ahLst/>
            <a:cxnLst/>
            <a:rect l="l" t="t" r="r" b="b"/>
            <a:pathLst>
              <a:path w="4457516" h="1371600" extrusionOk="0">
                <a:moveTo>
                  <a:pt x="3843845" y="80"/>
                </a:moveTo>
                <a:cubicBezTo>
                  <a:pt x="4018549" y="-1929"/>
                  <a:pt x="4219205" y="33911"/>
                  <a:pt x="4457516" y="123198"/>
                </a:cubicBezTo>
                <a:lnTo>
                  <a:pt x="4457516" y="1371600"/>
                </a:lnTo>
                <a:lnTo>
                  <a:pt x="0" y="1371600"/>
                </a:lnTo>
                <a:lnTo>
                  <a:pt x="34228" y="1307711"/>
                </a:lnTo>
                <a:cubicBezTo>
                  <a:pt x="208455" y="1021630"/>
                  <a:pt x="593133" y="729342"/>
                  <a:pt x="1441412" y="887794"/>
                </a:cubicBezTo>
                <a:cubicBezTo>
                  <a:pt x="2713831" y="1125473"/>
                  <a:pt x="2900446" y="10929"/>
                  <a:pt x="3843845" y="80"/>
                </a:cubicBezTo>
                <a:close/>
              </a:path>
            </a:pathLst>
          </a:cu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79" name="Google Shape;79;p19"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3_Title Slide">
  <p:cSld name="23_Title Slide">
    <p:spTree>
      <p:nvGrpSpPr>
        <p:cNvPr id="1" name="Shape 80"/>
        <p:cNvGrpSpPr/>
        <p:nvPr/>
      </p:nvGrpSpPr>
      <p:grpSpPr>
        <a:xfrm>
          <a:off x="0" y="0"/>
          <a:ext cx="0" cy="0"/>
          <a:chOff x="0" y="0"/>
          <a:chExt cx="0" cy="0"/>
        </a:xfrm>
      </p:grpSpPr>
      <p:sp>
        <p:nvSpPr>
          <p:cNvPr id="81" name="Google Shape;81;p20"/>
          <p:cNvSpPr/>
          <p:nvPr/>
        </p:nvSpPr>
        <p:spPr>
          <a:xfrm flipH="1">
            <a:off x="4000610" y="2350652"/>
            <a:ext cx="4504060" cy="4504060"/>
          </a:xfrm>
          <a:prstGeom prst="rtTriangle">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 name="Google Shape;82;p20"/>
          <p:cNvSpPr/>
          <p:nvPr/>
        </p:nvSpPr>
        <p:spPr>
          <a:xfrm flipH="1">
            <a:off x="-123797" y="4374220"/>
            <a:ext cx="2483780" cy="2483780"/>
          </a:xfrm>
          <a:prstGeom prst="rtTriangl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 name="Google Shape;83;p20"/>
          <p:cNvSpPr/>
          <p:nvPr/>
        </p:nvSpPr>
        <p:spPr>
          <a:xfrm flipH="1">
            <a:off x="5624180" y="290180"/>
            <a:ext cx="6567820" cy="6567820"/>
          </a:xfrm>
          <a:prstGeom prst="rtTriangl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 name="Google Shape;84;p20"/>
          <p:cNvSpPr>
            <a:spLocks noGrp="1"/>
          </p:cNvSpPr>
          <p:nvPr>
            <p:ph type="pic" idx="2"/>
          </p:nvPr>
        </p:nvSpPr>
        <p:spPr>
          <a:xfrm>
            <a:off x="4722738" y="1468487"/>
            <a:ext cx="7469261" cy="4625039"/>
          </a:xfrm>
          <a:prstGeom prst="rect">
            <a:avLst/>
          </a:prstGeom>
          <a:solidFill>
            <a:schemeClr val="lt1"/>
          </a:solidFill>
          <a:ln>
            <a:noFill/>
          </a:ln>
        </p:spPr>
      </p:sp>
      <p:sp>
        <p:nvSpPr>
          <p:cNvPr id="85" name="Google Shape;85;p20"/>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86" name="Google Shape;86;p20"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7"/>
        <p:cNvGrpSpPr/>
        <p:nvPr/>
      </p:nvGrpSpPr>
      <p:grpSpPr>
        <a:xfrm>
          <a:off x="0" y="0"/>
          <a:ext cx="0" cy="0"/>
          <a:chOff x="0" y="0"/>
          <a:chExt cx="0" cy="0"/>
        </a:xfrm>
      </p:grpSpPr>
      <p:sp>
        <p:nvSpPr>
          <p:cNvPr id="88" name="Google Shape;88;p21"/>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6_Title Slide">
  <p:cSld name="6_Title Slide">
    <p:spTree>
      <p:nvGrpSpPr>
        <p:cNvPr id="1" name="Shape 89"/>
        <p:cNvGrpSpPr/>
        <p:nvPr/>
      </p:nvGrpSpPr>
      <p:grpSpPr>
        <a:xfrm>
          <a:off x="0" y="0"/>
          <a:ext cx="0" cy="0"/>
          <a:chOff x="0" y="0"/>
          <a:chExt cx="0" cy="0"/>
        </a:xfrm>
      </p:grpSpPr>
      <p:sp>
        <p:nvSpPr>
          <p:cNvPr id="90" name="Google Shape;90;p22"/>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1" name="Google Shape;91;p22"/>
          <p:cNvSpPr/>
          <p:nvPr/>
        </p:nvSpPr>
        <p:spPr>
          <a:xfrm>
            <a:off x="7443358" y="0"/>
            <a:ext cx="4748643" cy="6858000"/>
          </a:xfrm>
          <a:custGeom>
            <a:avLst/>
            <a:gdLst/>
            <a:ahLst/>
            <a:cxnLst/>
            <a:rect l="l" t="t" r="r" b="b"/>
            <a:pathLst>
              <a:path w="4748643" h="6858000" extrusionOk="0">
                <a:moveTo>
                  <a:pt x="2073047" y="0"/>
                </a:moveTo>
                <a:lnTo>
                  <a:pt x="4748643" y="0"/>
                </a:lnTo>
                <a:lnTo>
                  <a:pt x="4748643" y="6858000"/>
                </a:lnTo>
                <a:lnTo>
                  <a:pt x="384157" y="6858000"/>
                </a:lnTo>
                <a:lnTo>
                  <a:pt x="383775" y="6857030"/>
                </a:lnTo>
                <a:cubicBezTo>
                  <a:pt x="135497" y="6178952"/>
                  <a:pt x="0" y="5446510"/>
                  <a:pt x="0" y="4682420"/>
                </a:cubicBezTo>
                <a:cubicBezTo>
                  <a:pt x="0" y="2826775"/>
                  <a:pt x="799158" y="1157782"/>
                  <a:pt x="2072081" y="837"/>
                </a:cubicBezTo>
                <a:close/>
              </a:path>
            </a:pathLst>
          </a:custGeom>
          <a:solidFill>
            <a:srgbClr val="E6E6E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92" name="Google Shape;92;p22"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9_Title Slide">
  <p:cSld name="9_Title Slide">
    <p:spTree>
      <p:nvGrpSpPr>
        <p:cNvPr id="1" name="Shape 93"/>
        <p:cNvGrpSpPr/>
        <p:nvPr/>
      </p:nvGrpSpPr>
      <p:grpSpPr>
        <a:xfrm>
          <a:off x="0" y="0"/>
          <a:ext cx="0" cy="0"/>
          <a:chOff x="0" y="0"/>
          <a:chExt cx="0" cy="0"/>
        </a:xfrm>
      </p:grpSpPr>
      <p:sp>
        <p:nvSpPr>
          <p:cNvPr id="94" name="Google Shape;94;p23"/>
          <p:cNvSpPr>
            <a:spLocks noGrp="1"/>
          </p:cNvSpPr>
          <p:nvPr>
            <p:ph type="pic" idx="2"/>
          </p:nvPr>
        </p:nvSpPr>
        <p:spPr>
          <a:xfrm>
            <a:off x="6879289" y="1926556"/>
            <a:ext cx="1676400" cy="1676400"/>
          </a:xfrm>
          <a:prstGeom prst="rect">
            <a:avLst/>
          </a:prstGeom>
          <a:solidFill>
            <a:schemeClr val="lt1"/>
          </a:solidFill>
          <a:ln>
            <a:noFill/>
          </a:ln>
        </p:spPr>
      </p:sp>
      <p:sp>
        <p:nvSpPr>
          <p:cNvPr id="95" name="Google Shape;95;p23"/>
          <p:cNvSpPr>
            <a:spLocks noGrp="1"/>
          </p:cNvSpPr>
          <p:nvPr>
            <p:ph type="pic" idx="3"/>
          </p:nvPr>
        </p:nvSpPr>
        <p:spPr>
          <a:xfrm>
            <a:off x="9165133" y="1926556"/>
            <a:ext cx="1676400" cy="1676400"/>
          </a:xfrm>
          <a:prstGeom prst="rect">
            <a:avLst/>
          </a:prstGeom>
          <a:solidFill>
            <a:schemeClr val="lt1"/>
          </a:solidFill>
          <a:ln>
            <a:noFill/>
          </a:ln>
        </p:spPr>
      </p:sp>
      <p:sp>
        <p:nvSpPr>
          <p:cNvPr id="96" name="Google Shape;96;p23"/>
          <p:cNvSpPr/>
          <p:nvPr/>
        </p:nvSpPr>
        <p:spPr>
          <a:xfrm>
            <a:off x="0" y="0"/>
            <a:ext cx="8072054" cy="3829050"/>
          </a:xfrm>
          <a:custGeom>
            <a:avLst/>
            <a:gdLst/>
            <a:ahLst/>
            <a:cxnLst/>
            <a:rect l="l" t="t" r="r" b="b"/>
            <a:pathLst>
              <a:path w="8191500" h="3595635" extrusionOk="0">
                <a:moveTo>
                  <a:pt x="0" y="3537857"/>
                </a:moveTo>
                <a:lnTo>
                  <a:pt x="0" y="0"/>
                </a:lnTo>
                <a:lnTo>
                  <a:pt x="8191500" y="0"/>
                </a:lnTo>
                <a:cubicBezTo>
                  <a:pt x="8191500" y="0"/>
                  <a:pt x="8027847" y="1784689"/>
                  <a:pt x="5769429" y="1741714"/>
                </a:cubicBezTo>
                <a:cubicBezTo>
                  <a:pt x="3456192" y="1697696"/>
                  <a:pt x="3226900" y="2525562"/>
                  <a:pt x="2340428" y="3143250"/>
                </a:cubicBezTo>
                <a:cubicBezTo>
                  <a:pt x="1371541" y="3818365"/>
                  <a:pt x="0" y="3537857"/>
                  <a:pt x="0" y="3537857"/>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7" name="Google Shape;97;p23"/>
          <p:cNvSpPr>
            <a:spLocks noGrp="1"/>
          </p:cNvSpPr>
          <p:nvPr>
            <p:ph type="pic" idx="4"/>
          </p:nvPr>
        </p:nvSpPr>
        <p:spPr>
          <a:xfrm>
            <a:off x="0" y="0"/>
            <a:ext cx="7420835" cy="3595635"/>
          </a:xfrm>
          <a:prstGeom prst="rect">
            <a:avLst/>
          </a:prstGeom>
          <a:solidFill>
            <a:schemeClr val="lt1"/>
          </a:solidFill>
          <a:ln>
            <a:noFill/>
          </a:ln>
        </p:spPr>
      </p:sp>
      <p:sp>
        <p:nvSpPr>
          <p:cNvPr id="98" name="Google Shape;98;p23"/>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9" name="Google Shape;99;p23"/>
          <p:cNvSpPr/>
          <p:nvPr/>
        </p:nvSpPr>
        <p:spPr>
          <a:xfrm rot="10800000">
            <a:off x="8131989" y="5817838"/>
            <a:ext cx="4060011" cy="1040162"/>
          </a:xfrm>
          <a:custGeom>
            <a:avLst/>
            <a:gdLst/>
            <a:ahLst/>
            <a:cxnLst/>
            <a:rect l="l" t="t" r="r" b="b"/>
            <a:pathLst>
              <a:path w="4060011" h="974798" extrusionOk="0">
                <a:moveTo>
                  <a:pt x="0" y="0"/>
                </a:moveTo>
                <a:lnTo>
                  <a:pt x="4060011" y="0"/>
                </a:lnTo>
                <a:lnTo>
                  <a:pt x="3972466" y="43746"/>
                </a:lnTo>
                <a:cubicBezTo>
                  <a:pt x="3748483" y="132772"/>
                  <a:pt x="3440244" y="166231"/>
                  <a:pt x="3016104" y="87005"/>
                </a:cubicBezTo>
                <a:cubicBezTo>
                  <a:pt x="1743685" y="-150674"/>
                  <a:pt x="1557070" y="963870"/>
                  <a:pt x="613671" y="974719"/>
                </a:cubicBezTo>
                <a:cubicBezTo>
                  <a:pt x="438967" y="976728"/>
                  <a:pt x="238311" y="940888"/>
                  <a:pt x="0" y="851601"/>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00" name="Google Shape;100;p23" descr="Icon&#10;&#10;Description automatically generated"/>
          <p:cNvPicPr preferRelativeResize="0"/>
          <p:nvPr/>
        </p:nvPicPr>
        <p:blipFill rotWithShape="1">
          <a:blip r:embed="rId2">
            <a:alphaModFix/>
          </a:blip>
          <a:srcRect/>
          <a:stretch/>
        </p:blipFill>
        <p:spPr>
          <a:xfrm>
            <a:off x="10894517" y="278330"/>
            <a:ext cx="1042958" cy="360863"/>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0_Title Slide">
  <p:cSld name="10_Title Slide">
    <p:spTree>
      <p:nvGrpSpPr>
        <p:cNvPr id="1" name="Shape 101"/>
        <p:cNvGrpSpPr/>
        <p:nvPr/>
      </p:nvGrpSpPr>
      <p:grpSpPr>
        <a:xfrm>
          <a:off x="0" y="0"/>
          <a:ext cx="0" cy="0"/>
          <a:chOff x="0" y="0"/>
          <a:chExt cx="0" cy="0"/>
        </a:xfrm>
      </p:grpSpPr>
      <p:sp>
        <p:nvSpPr>
          <p:cNvPr id="102" name="Google Shape;102;p24"/>
          <p:cNvSpPr>
            <a:spLocks noGrp="1"/>
          </p:cNvSpPr>
          <p:nvPr>
            <p:ph type="pic" idx="2"/>
          </p:nvPr>
        </p:nvSpPr>
        <p:spPr>
          <a:xfrm>
            <a:off x="5086350" y="1123950"/>
            <a:ext cx="7105650" cy="5734050"/>
          </a:xfrm>
          <a:prstGeom prst="rect">
            <a:avLst/>
          </a:prstGeom>
          <a:solidFill>
            <a:schemeClr val="lt1"/>
          </a:solidFill>
          <a:ln>
            <a:noFill/>
          </a:ln>
        </p:spPr>
      </p:sp>
      <p:sp>
        <p:nvSpPr>
          <p:cNvPr id="103" name="Google Shape;103;p24"/>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04" name="Google Shape;104;p24"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9_Title Slide">
  <p:cSld name="19_Title Slide">
    <p:spTree>
      <p:nvGrpSpPr>
        <p:cNvPr id="1" name="Shape 105"/>
        <p:cNvGrpSpPr/>
        <p:nvPr/>
      </p:nvGrpSpPr>
      <p:grpSpPr>
        <a:xfrm>
          <a:off x="0" y="0"/>
          <a:ext cx="0" cy="0"/>
          <a:chOff x="0" y="0"/>
          <a:chExt cx="0" cy="0"/>
        </a:xfrm>
      </p:grpSpPr>
      <p:sp>
        <p:nvSpPr>
          <p:cNvPr id="106" name="Google Shape;106;p25"/>
          <p:cNvSpPr>
            <a:spLocks noGrp="1"/>
          </p:cNvSpPr>
          <p:nvPr>
            <p:ph type="pic" idx="2"/>
          </p:nvPr>
        </p:nvSpPr>
        <p:spPr>
          <a:xfrm>
            <a:off x="0" y="0"/>
            <a:ext cx="12192000" cy="6858000"/>
          </a:xfrm>
          <a:prstGeom prst="rect">
            <a:avLst/>
          </a:prstGeom>
          <a:solidFill>
            <a:schemeClr val="lt1"/>
          </a:solidFill>
          <a:ln>
            <a:noFill/>
          </a:ln>
        </p:spPr>
      </p:sp>
      <p:sp>
        <p:nvSpPr>
          <p:cNvPr id="107" name="Google Shape;107;p25"/>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0_Title Slide">
  <p:cSld name="20_Title Slide">
    <p:spTree>
      <p:nvGrpSpPr>
        <p:cNvPr id="1" name="Shape 108"/>
        <p:cNvGrpSpPr/>
        <p:nvPr/>
      </p:nvGrpSpPr>
      <p:grpSpPr>
        <a:xfrm>
          <a:off x="0" y="0"/>
          <a:ext cx="0" cy="0"/>
          <a:chOff x="0" y="0"/>
          <a:chExt cx="0" cy="0"/>
        </a:xfrm>
      </p:grpSpPr>
      <p:sp>
        <p:nvSpPr>
          <p:cNvPr id="109" name="Google Shape;109;p26"/>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10" name="Google Shape;110;p26"/>
          <p:cNvSpPr/>
          <p:nvPr/>
        </p:nvSpPr>
        <p:spPr>
          <a:xfrm>
            <a:off x="1" y="0"/>
            <a:ext cx="5672802" cy="6858000"/>
          </a:xfrm>
          <a:custGeom>
            <a:avLst/>
            <a:gdLst/>
            <a:ahLst/>
            <a:cxnLst/>
            <a:rect l="l" t="t" r="r" b="b"/>
            <a:pathLst>
              <a:path w="6371922" h="6858000" extrusionOk="0">
                <a:moveTo>
                  <a:pt x="0" y="0"/>
                </a:moveTo>
                <a:lnTo>
                  <a:pt x="2927497" y="0"/>
                </a:lnTo>
                <a:lnTo>
                  <a:pt x="3023542" y="32498"/>
                </a:lnTo>
                <a:cubicBezTo>
                  <a:pt x="4977473" y="747928"/>
                  <a:pt x="6371922" y="2624017"/>
                  <a:pt x="6371922" y="4825796"/>
                </a:cubicBezTo>
                <a:cubicBezTo>
                  <a:pt x="6371922" y="5530366"/>
                  <a:pt x="6229131" y="6201584"/>
                  <a:pt x="5970908" y="6812092"/>
                </a:cubicBezTo>
                <a:lnTo>
                  <a:pt x="5950153" y="6858000"/>
                </a:lnTo>
                <a:lnTo>
                  <a:pt x="0" y="6858000"/>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1" name="Google Shape;111;p26"/>
          <p:cNvSpPr>
            <a:spLocks noGrp="1"/>
          </p:cNvSpPr>
          <p:nvPr>
            <p:ph type="pic" idx="2"/>
          </p:nvPr>
        </p:nvSpPr>
        <p:spPr>
          <a:xfrm>
            <a:off x="3548417" y="1352550"/>
            <a:ext cx="8643582" cy="3503146"/>
          </a:xfrm>
          <a:prstGeom prst="rect">
            <a:avLst/>
          </a:prstGeom>
          <a:solidFill>
            <a:schemeClr val="lt1"/>
          </a:solidFill>
          <a:ln>
            <a:noFill/>
          </a:ln>
        </p:spPr>
      </p:sp>
      <p:sp>
        <p:nvSpPr>
          <p:cNvPr id="112" name="Google Shape;112;p26"/>
          <p:cNvSpPr/>
          <p:nvPr/>
        </p:nvSpPr>
        <p:spPr>
          <a:xfrm>
            <a:off x="0" y="0"/>
            <a:ext cx="5245331" cy="6858000"/>
          </a:xfrm>
          <a:custGeom>
            <a:avLst/>
            <a:gdLst/>
            <a:ahLst/>
            <a:cxnLst/>
            <a:rect l="l" t="t" r="r" b="b"/>
            <a:pathLst>
              <a:path w="6371922" h="6858000" extrusionOk="0">
                <a:moveTo>
                  <a:pt x="0" y="0"/>
                </a:moveTo>
                <a:lnTo>
                  <a:pt x="2927497" y="0"/>
                </a:lnTo>
                <a:lnTo>
                  <a:pt x="3023542" y="32498"/>
                </a:lnTo>
                <a:cubicBezTo>
                  <a:pt x="4977473" y="747928"/>
                  <a:pt x="6371922" y="2624017"/>
                  <a:pt x="6371922" y="4825796"/>
                </a:cubicBezTo>
                <a:cubicBezTo>
                  <a:pt x="6371922" y="5530366"/>
                  <a:pt x="6229131" y="6201584"/>
                  <a:pt x="5970908" y="6812092"/>
                </a:cubicBezTo>
                <a:lnTo>
                  <a:pt x="5950153" y="6858000"/>
                </a:lnTo>
                <a:lnTo>
                  <a:pt x="0" y="6858000"/>
                </a:lnTo>
                <a:close/>
              </a:path>
            </a:pathLst>
          </a:cu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pic>
        <p:nvPicPr>
          <p:cNvPr id="113" name="Google Shape;113;p26" descr="Icon&#10;&#10;Description automatically generated"/>
          <p:cNvPicPr preferRelativeResize="0"/>
          <p:nvPr/>
        </p:nvPicPr>
        <p:blipFill rotWithShape="1">
          <a:blip r:embed="rId2">
            <a:alphaModFix/>
          </a:blip>
          <a:srcRect/>
          <a:stretch/>
        </p:blipFill>
        <p:spPr>
          <a:xfrm>
            <a:off x="10894517" y="278330"/>
            <a:ext cx="1042958" cy="360863"/>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2_Title Slide">
  <p:cSld name="12_Title Slide">
    <p:spTree>
      <p:nvGrpSpPr>
        <p:cNvPr id="1" name="Shape 114"/>
        <p:cNvGrpSpPr/>
        <p:nvPr/>
      </p:nvGrpSpPr>
      <p:grpSpPr>
        <a:xfrm>
          <a:off x="0" y="0"/>
          <a:ext cx="0" cy="0"/>
          <a:chOff x="0" y="0"/>
          <a:chExt cx="0" cy="0"/>
        </a:xfrm>
      </p:grpSpPr>
      <p:sp>
        <p:nvSpPr>
          <p:cNvPr id="115" name="Google Shape;115;p27"/>
          <p:cNvSpPr/>
          <p:nvPr/>
        </p:nvSpPr>
        <p:spPr>
          <a:xfrm>
            <a:off x="527957" y="391886"/>
            <a:ext cx="5568043" cy="6466114"/>
          </a:xfrm>
          <a:custGeom>
            <a:avLst/>
            <a:gdLst/>
            <a:ahLst/>
            <a:cxnLst/>
            <a:rect l="l" t="t" r="r" b="b"/>
            <a:pathLst>
              <a:path w="6371922" h="6858000" extrusionOk="0">
                <a:moveTo>
                  <a:pt x="0" y="0"/>
                </a:moveTo>
                <a:lnTo>
                  <a:pt x="2927497" y="0"/>
                </a:lnTo>
                <a:lnTo>
                  <a:pt x="3023542" y="32498"/>
                </a:lnTo>
                <a:cubicBezTo>
                  <a:pt x="4977473" y="747928"/>
                  <a:pt x="6371922" y="2624017"/>
                  <a:pt x="6371922" y="4825796"/>
                </a:cubicBezTo>
                <a:cubicBezTo>
                  <a:pt x="6371922" y="5530366"/>
                  <a:pt x="6229131" y="6201584"/>
                  <a:pt x="5970908" y="6812092"/>
                </a:cubicBezTo>
                <a:lnTo>
                  <a:pt x="5950153" y="6858000"/>
                </a:lnTo>
                <a:lnTo>
                  <a:pt x="0" y="6858000"/>
                </a:ln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16" name="Google Shape;116;p27"/>
          <p:cNvSpPr>
            <a:spLocks noGrp="1"/>
          </p:cNvSpPr>
          <p:nvPr>
            <p:ph type="pic" idx="2"/>
          </p:nvPr>
        </p:nvSpPr>
        <p:spPr>
          <a:xfrm>
            <a:off x="2" y="0"/>
            <a:ext cx="5368663" cy="6858000"/>
          </a:xfrm>
          <a:prstGeom prst="rect">
            <a:avLst/>
          </a:prstGeom>
          <a:solidFill>
            <a:schemeClr val="lt1"/>
          </a:solidFill>
          <a:ln>
            <a:noFill/>
          </a:ln>
        </p:spPr>
      </p:sp>
      <p:sp>
        <p:nvSpPr>
          <p:cNvPr id="117" name="Google Shape;117;p27"/>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18" name="Google Shape;118;p27" descr="Icon&#10;&#10;Description automatically generated"/>
          <p:cNvPicPr preferRelativeResize="0"/>
          <p:nvPr/>
        </p:nvPicPr>
        <p:blipFill rotWithShape="1">
          <a:blip r:embed="rId2">
            <a:alphaModFix/>
          </a:blip>
          <a:srcRect/>
          <a:stretch/>
        </p:blipFill>
        <p:spPr>
          <a:xfrm>
            <a:off x="10894517" y="278330"/>
            <a:ext cx="1042958" cy="360863"/>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1_Title Slide">
  <p:cSld name="11_Title Slide">
    <p:spTree>
      <p:nvGrpSpPr>
        <p:cNvPr id="1" name="Shape 119"/>
        <p:cNvGrpSpPr/>
        <p:nvPr/>
      </p:nvGrpSpPr>
      <p:grpSpPr>
        <a:xfrm>
          <a:off x="0" y="0"/>
          <a:ext cx="0" cy="0"/>
          <a:chOff x="0" y="0"/>
          <a:chExt cx="0" cy="0"/>
        </a:xfrm>
      </p:grpSpPr>
      <p:sp>
        <p:nvSpPr>
          <p:cNvPr id="120" name="Google Shape;120;p28"/>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21" name="Google Shape;121;p28"/>
          <p:cNvSpPr/>
          <p:nvPr/>
        </p:nvSpPr>
        <p:spPr>
          <a:xfrm>
            <a:off x="0" y="0"/>
            <a:ext cx="5372100" cy="6858000"/>
          </a:xfrm>
          <a:custGeom>
            <a:avLst/>
            <a:gdLst/>
            <a:ahLst/>
            <a:cxnLst/>
            <a:rect l="l" t="t" r="r" b="b"/>
            <a:pathLst>
              <a:path w="5372100" h="6858000" extrusionOk="0">
                <a:moveTo>
                  <a:pt x="0" y="0"/>
                </a:moveTo>
                <a:lnTo>
                  <a:pt x="4800554" y="0"/>
                </a:lnTo>
                <a:cubicBezTo>
                  <a:pt x="5116210" y="0"/>
                  <a:pt x="5372100" y="255890"/>
                  <a:pt x="5372100" y="571546"/>
                </a:cubicBezTo>
                <a:lnTo>
                  <a:pt x="5372100" y="6286454"/>
                </a:lnTo>
                <a:cubicBezTo>
                  <a:pt x="5372100" y="6602110"/>
                  <a:pt x="5116210" y="6858000"/>
                  <a:pt x="4800554" y="6858000"/>
                </a:cubicBezTo>
                <a:lnTo>
                  <a:pt x="0" y="6858000"/>
                </a:lnTo>
                <a:close/>
              </a:path>
            </a:pathLst>
          </a:cu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2" name="Google Shape;122;p28"/>
          <p:cNvSpPr/>
          <p:nvPr/>
        </p:nvSpPr>
        <p:spPr>
          <a:xfrm>
            <a:off x="1" y="0"/>
            <a:ext cx="4060011" cy="1040162"/>
          </a:xfrm>
          <a:custGeom>
            <a:avLst/>
            <a:gdLst/>
            <a:ahLst/>
            <a:cxnLst/>
            <a:rect l="l" t="t" r="r" b="b"/>
            <a:pathLst>
              <a:path w="4060011" h="974798" extrusionOk="0">
                <a:moveTo>
                  <a:pt x="0" y="0"/>
                </a:moveTo>
                <a:lnTo>
                  <a:pt x="4060011" y="0"/>
                </a:lnTo>
                <a:lnTo>
                  <a:pt x="3972466" y="43746"/>
                </a:lnTo>
                <a:cubicBezTo>
                  <a:pt x="3748483" y="132772"/>
                  <a:pt x="3440244" y="166231"/>
                  <a:pt x="3016104" y="87005"/>
                </a:cubicBezTo>
                <a:cubicBezTo>
                  <a:pt x="1743685" y="-150674"/>
                  <a:pt x="1557070" y="963870"/>
                  <a:pt x="613671" y="974719"/>
                </a:cubicBezTo>
                <a:cubicBezTo>
                  <a:pt x="438967" y="976728"/>
                  <a:pt x="238311" y="940888"/>
                  <a:pt x="0" y="851601"/>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3" name="Google Shape;123;p28"/>
          <p:cNvSpPr>
            <a:spLocks noGrp="1"/>
          </p:cNvSpPr>
          <p:nvPr>
            <p:ph type="pic" idx="2"/>
          </p:nvPr>
        </p:nvSpPr>
        <p:spPr>
          <a:xfrm>
            <a:off x="4343708" y="1040162"/>
            <a:ext cx="2960446" cy="4941538"/>
          </a:xfrm>
          <a:prstGeom prst="rect">
            <a:avLst/>
          </a:prstGeom>
          <a:solidFill>
            <a:schemeClr val="lt1"/>
          </a:solidFill>
          <a:ln w="82550" cap="flat" cmpd="sng">
            <a:solidFill>
              <a:srgbClr val="00B0F0"/>
            </a:solidFill>
            <a:prstDash val="solid"/>
            <a:round/>
            <a:headEnd type="none" w="sm" len="sm"/>
            <a:tailEnd type="none" w="sm" len="sm"/>
          </a:ln>
        </p:spPr>
      </p:sp>
      <p:pic>
        <p:nvPicPr>
          <p:cNvPr id="124" name="Google Shape;124;p28" descr="Icon&#10;&#10;Description automatically generated"/>
          <p:cNvPicPr preferRelativeResize="0"/>
          <p:nvPr/>
        </p:nvPicPr>
        <p:blipFill rotWithShape="1">
          <a:blip r:embed="rId2">
            <a:alphaModFix/>
          </a:blip>
          <a:srcRect/>
          <a:stretch/>
        </p:blipFill>
        <p:spPr>
          <a:xfrm>
            <a:off x="10894517" y="278330"/>
            <a:ext cx="1042958" cy="360863"/>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3_Title Slide">
  <p:cSld name="13_Title Slide">
    <p:spTree>
      <p:nvGrpSpPr>
        <p:cNvPr id="1" name="Shape 125"/>
        <p:cNvGrpSpPr/>
        <p:nvPr/>
      </p:nvGrpSpPr>
      <p:grpSpPr>
        <a:xfrm>
          <a:off x="0" y="0"/>
          <a:ext cx="0" cy="0"/>
          <a:chOff x="0" y="0"/>
          <a:chExt cx="0" cy="0"/>
        </a:xfrm>
      </p:grpSpPr>
      <p:sp>
        <p:nvSpPr>
          <p:cNvPr id="126" name="Google Shape;126;p29"/>
          <p:cNvSpPr/>
          <p:nvPr/>
        </p:nvSpPr>
        <p:spPr>
          <a:xfrm>
            <a:off x="1791941" y="2128165"/>
            <a:ext cx="2581473" cy="2581473"/>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7" name="Google Shape;127;p29"/>
          <p:cNvSpPr/>
          <p:nvPr/>
        </p:nvSpPr>
        <p:spPr>
          <a:xfrm>
            <a:off x="5102621" y="2137100"/>
            <a:ext cx="2581473" cy="2581473"/>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8" name="Google Shape;128;p29"/>
          <p:cNvSpPr/>
          <p:nvPr/>
        </p:nvSpPr>
        <p:spPr>
          <a:xfrm>
            <a:off x="8413301" y="2146035"/>
            <a:ext cx="2581473" cy="2581473"/>
          </a:xfrm>
          <a:prstGeom prst="rect">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29" name="Google Shape;129;p29"/>
          <p:cNvSpPr>
            <a:spLocks noGrp="1"/>
          </p:cNvSpPr>
          <p:nvPr>
            <p:ph type="pic" idx="2"/>
          </p:nvPr>
        </p:nvSpPr>
        <p:spPr>
          <a:xfrm>
            <a:off x="4870764" y="1899706"/>
            <a:ext cx="2581473" cy="2581473"/>
          </a:xfrm>
          <a:prstGeom prst="rect">
            <a:avLst/>
          </a:prstGeom>
          <a:solidFill>
            <a:schemeClr val="lt1"/>
          </a:solidFill>
          <a:ln>
            <a:noFill/>
          </a:ln>
        </p:spPr>
      </p:sp>
      <p:sp>
        <p:nvSpPr>
          <p:cNvPr id="130" name="Google Shape;130;p29"/>
          <p:cNvSpPr>
            <a:spLocks noGrp="1"/>
          </p:cNvSpPr>
          <p:nvPr>
            <p:ph type="pic" idx="3"/>
          </p:nvPr>
        </p:nvSpPr>
        <p:spPr>
          <a:xfrm>
            <a:off x="1560082" y="1899706"/>
            <a:ext cx="2581473" cy="2581473"/>
          </a:xfrm>
          <a:prstGeom prst="rect">
            <a:avLst/>
          </a:prstGeom>
          <a:solidFill>
            <a:schemeClr val="lt1"/>
          </a:solidFill>
          <a:ln>
            <a:noFill/>
          </a:ln>
        </p:spPr>
      </p:sp>
      <p:sp>
        <p:nvSpPr>
          <p:cNvPr id="131" name="Google Shape;131;p29"/>
          <p:cNvSpPr>
            <a:spLocks noGrp="1"/>
          </p:cNvSpPr>
          <p:nvPr>
            <p:ph type="pic" idx="4"/>
          </p:nvPr>
        </p:nvSpPr>
        <p:spPr>
          <a:xfrm>
            <a:off x="8181442" y="1899706"/>
            <a:ext cx="2581473" cy="2581473"/>
          </a:xfrm>
          <a:prstGeom prst="rect">
            <a:avLst/>
          </a:prstGeom>
          <a:solidFill>
            <a:schemeClr val="lt1"/>
          </a:solidFill>
          <a:ln>
            <a:noFill/>
          </a:ln>
        </p:spPr>
      </p:sp>
      <p:sp>
        <p:nvSpPr>
          <p:cNvPr id="132" name="Google Shape;132;p29"/>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33" name="Google Shape;133;p29"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4_Title Slide">
  <p:cSld name="14_Title Slide">
    <p:spTree>
      <p:nvGrpSpPr>
        <p:cNvPr id="1" name="Shape 134"/>
        <p:cNvGrpSpPr/>
        <p:nvPr/>
      </p:nvGrpSpPr>
      <p:grpSpPr>
        <a:xfrm>
          <a:off x="0" y="0"/>
          <a:ext cx="0" cy="0"/>
          <a:chOff x="0" y="0"/>
          <a:chExt cx="0" cy="0"/>
        </a:xfrm>
      </p:grpSpPr>
      <p:sp>
        <p:nvSpPr>
          <p:cNvPr id="135" name="Google Shape;135;p30"/>
          <p:cNvSpPr>
            <a:spLocks noGrp="1"/>
          </p:cNvSpPr>
          <p:nvPr>
            <p:ph type="pic" idx="2"/>
          </p:nvPr>
        </p:nvSpPr>
        <p:spPr>
          <a:xfrm>
            <a:off x="6972121" y="1318171"/>
            <a:ext cx="2092788" cy="3239316"/>
          </a:xfrm>
          <a:prstGeom prst="rect">
            <a:avLst/>
          </a:prstGeom>
          <a:solidFill>
            <a:schemeClr val="lt1"/>
          </a:solidFill>
          <a:ln>
            <a:noFill/>
          </a:ln>
        </p:spPr>
      </p:sp>
      <p:sp>
        <p:nvSpPr>
          <p:cNvPr id="136" name="Google Shape;136;p30"/>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37" name="Google Shape;137;p30"/>
          <p:cNvSpPr/>
          <p:nvPr/>
        </p:nvSpPr>
        <p:spPr>
          <a:xfrm>
            <a:off x="0" y="0"/>
            <a:ext cx="6096000" cy="6858000"/>
          </a:xfrm>
          <a:custGeom>
            <a:avLst/>
            <a:gdLst/>
            <a:ahLst/>
            <a:cxnLst/>
            <a:rect l="l" t="t" r="r" b="b"/>
            <a:pathLst>
              <a:path w="5372100" h="6858000" extrusionOk="0">
                <a:moveTo>
                  <a:pt x="0" y="0"/>
                </a:moveTo>
                <a:lnTo>
                  <a:pt x="4800554" y="0"/>
                </a:lnTo>
                <a:cubicBezTo>
                  <a:pt x="5116210" y="0"/>
                  <a:pt x="5372100" y="255890"/>
                  <a:pt x="5372100" y="571546"/>
                </a:cubicBezTo>
                <a:lnTo>
                  <a:pt x="5372100" y="6286454"/>
                </a:lnTo>
                <a:cubicBezTo>
                  <a:pt x="5372100" y="6602110"/>
                  <a:pt x="5116210" y="6858000"/>
                  <a:pt x="4800554" y="6858000"/>
                </a:cubicBezTo>
                <a:lnTo>
                  <a:pt x="0" y="6858000"/>
                </a:lnTo>
                <a:close/>
              </a:path>
            </a:pathLst>
          </a:cu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38" name="Google Shape;138;p30"/>
          <p:cNvSpPr>
            <a:spLocks noGrp="1"/>
          </p:cNvSpPr>
          <p:nvPr>
            <p:ph type="pic" idx="3"/>
          </p:nvPr>
        </p:nvSpPr>
        <p:spPr>
          <a:xfrm>
            <a:off x="1169124" y="1318171"/>
            <a:ext cx="2092788" cy="3239316"/>
          </a:xfrm>
          <a:prstGeom prst="rect">
            <a:avLst/>
          </a:prstGeom>
          <a:solidFill>
            <a:schemeClr val="lt1"/>
          </a:solidFill>
          <a:ln>
            <a:noFill/>
          </a:ln>
        </p:spPr>
      </p:sp>
      <p:pic>
        <p:nvPicPr>
          <p:cNvPr id="139" name="Google Shape;139;p30" descr="Icon&#10;&#10;Description automatically generated"/>
          <p:cNvPicPr preferRelativeResize="0"/>
          <p:nvPr/>
        </p:nvPicPr>
        <p:blipFill rotWithShape="1">
          <a:blip r:embed="rId2">
            <a:alphaModFix/>
          </a:blip>
          <a:srcRect/>
          <a:stretch/>
        </p:blipFill>
        <p:spPr>
          <a:xfrm>
            <a:off x="10894517" y="278330"/>
            <a:ext cx="1042958" cy="360863"/>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5_Title Slide">
  <p:cSld name="15_Title Slide">
    <p:spTree>
      <p:nvGrpSpPr>
        <p:cNvPr id="1" name="Shape 140"/>
        <p:cNvGrpSpPr/>
        <p:nvPr/>
      </p:nvGrpSpPr>
      <p:grpSpPr>
        <a:xfrm>
          <a:off x="0" y="0"/>
          <a:ext cx="0" cy="0"/>
          <a:chOff x="0" y="0"/>
          <a:chExt cx="0" cy="0"/>
        </a:xfrm>
      </p:grpSpPr>
      <p:sp>
        <p:nvSpPr>
          <p:cNvPr id="141" name="Google Shape;141;p31"/>
          <p:cNvSpPr/>
          <p:nvPr/>
        </p:nvSpPr>
        <p:spPr>
          <a:xfrm>
            <a:off x="1729014" y="1977722"/>
            <a:ext cx="2341336" cy="2341336"/>
          </a:xfrm>
          <a:prstGeom prst="ellipse">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2" name="Google Shape;142;p31"/>
          <p:cNvSpPr/>
          <p:nvPr/>
        </p:nvSpPr>
        <p:spPr>
          <a:xfrm>
            <a:off x="5031014" y="1977722"/>
            <a:ext cx="2341336" cy="2341336"/>
          </a:xfrm>
          <a:prstGeom prst="ellipse">
            <a:avLst/>
          </a:pr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3" name="Google Shape;143;p31"/>
          <p:cNvSpPr/>
          <p:nvPr/>
        </p:nvSpPr>
        <p:spPr>
          <a:xfrm>
            <a:off x="8333014" y="1977722"/>
            <a:ext cx="2341336" cy="2341336"/>
          </a:xfrm>
          <a:prstGeom prst="ellipse">
            <a:avLst/>
          </a:prstGeom>
          <a:solidFill>
            <a:srgbClr val="00B0F0"/>
          </a:solidFill>
          <a:ln w="12700" cap="flat" cmpd="sng">
            <a:solidFill>
              <a:srgbClr val="00B0F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44" name="Google Shape;144;p31"/>
          <p:cNvSpPr>
            <a:spLocks noGrp="1"/>
          </p:cNvSpPr>
          <p:nvPr>
            <p:ph type="pic" idx="2"/>
          </p:nvPr>
        </p:nvSpPr>
        <p:spPr>
          <a:xfrm>
            <a:off x="4819650" y="1819426"/>
            <a:ext cx="2341336" cy="2341336"/>
          </a:xfrm>
          <a:prstGeom prst="rect">
            <a:avLst/>
          </a:prstGeom>
          <a:solidFill>
            <a:schemeClr val="lt1"/>
          </a:solidFill>
          <a:ln>
            <a:noFill/>
          </a:ln>
        </p:spPr>
      </p:sp>
      <p:sp>
        <p:nvSpPr>
          <p:cNvPr id="145" name="Google Shape;145;p31"/>
          <p:cNvSpPr>
            <a:spLocks noGrp="1"/>
          </p:cNvSpPr>
          <p:nvPr>
            <p:ph type="pic" idx="3"/>
          </p:nvPr>
        </p:nvSpPr>
        <p:spPr>
          <a:xfrm>
            <a:off x="1517650" y="1819426"/>
            <a:ext cx="2341336" cy="2341336"/>
          </a:xfrm>
          <a:prstGeom prst="rect">
            <a:avLst/>
          </a:prstGeom>
          <a:solidFill>
            <a:schemeClr val="lt1"/>
          </a:solidFill>
          <a:ln>
            <a:noFill/>
          </a:ln>
        </p:spPr>
      </p:sp>
      <p:sp>
        <p:nvSpPr>
          <p:cNvPr id="146" name="Google Shape;146;p31"/>
          <p:cNvSpPr>
            <a:spLocks noGrp="1"/>
          </p:cNvSpPr>
          <p:nvPr>
            <p:ph type="pic" idx="4"/>
          </p:nvPr>
        </p:nvSpPr>
        <p:spPr>
          <a:xfrm>
            <a:off x="8121650" y="1819426"/>
            <a:ext cx="2341336" cy="2341336"/>
          </a:xfrm>
          <a:prstGeom prst="rect">
            <a:avLst/>
          </a:prstGeom>
          <a:solidFill>
            <a:schemeClr val="lt1"/>
          </a:solidFill>
          <a:ln>
            <a:noFill/>
          </a:ln>
        </p:spPr>
      </p:sp>
      <p:sp>
        <p:nvSpPr>
          <p:cNvPr id="147" name="Google Shape;147;p31"/>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48" name="Google Shape;148;p31"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7_Title Slide">
  <p:cSld name="17_Title Slide">
    <p:spTree>
      <p:nvGrpSpPr>
        <p:cNvPr id="1" name="Shape 149"/>
        <p:cNvGrpSpPr/>
        <p:nvPr/>
      </p:nvGrpSpPr>
      <p:grpSpPr>
        <a:xfrm>
          <a:off x="0" y="0"/>
          <a:ext cx="0" cy="0"/>
          <a:chOff x="0" y="0"/>
          <a:chExt cx="0" cy="0"/>
        </a:xfrm>
      </p:grpSpPr>
      <p:sp>
        <p:nvSpPr>
          <p:cNvPr id="150" name="Google Shape;150;p32"/>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51" name="Google Shape;151;p32"/>
          <p:cNvSpPr/>
          <p:nvPr/>
        </p:nvSpPr>
        <p:spPr>
          <a:xfrm rot="1060392">
            <a:off x="1611292" y="-563492"/>
            <a:ext cx="9576835" cy="5654438"/>
          </a:xfrm>
          <a:custGeom>
            <a:avLst/>
            <a:gdLst/>
            <a:ahLst/>
            <a:cxnLst/>
            <a:rect l="l" t="t" r="r" b="b"/>
            <a:pathLst>
              <a:path w="7796159" h="5448964" extrusionOk="0">
                <a:moveTo>
                  <a:pt x="5047480" y="476022"/>
                </a:moveTo>
                <a:cubicBezTo>
                  <a:pt x="2642144" y="2428922"/>
                  <a:pt x="1374671" y="1666334"/>
                  <a:pt x="686258" y="2133870"/>
                </a:cubicBezTo>
                <a:cubicBezTo>
                  <a:pt x="-998777" y="3278263"/>
                  <a:pt x="698332" y="6768787"/>
                  <a:pt x="2766817" y="4917716"/>
                </a:cubicBezTo>
                <a:cubicBezTo>
                  <a:pt x="4655865" y="3227222"/>
                  <a:pt x="6928702" y="4472338"/>
                  <a:pt x="7630301" y="2587676"/>
                </a:cubicBezTo>
                <a:cubicBezTo>
                  <a:pt x="8345712" y="665912"/>
                  <a:pt x="6609331" y="-792050"/>
                  <a:pt x="5047480" y="476022"/>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nvGrpSpPr>
          <p:cNvPr id="152" name="Google Shape;152;p32"/>
          <p:cNvGrpSpPr/>
          <p:nvPr/>
        </p:nvGrpSpPr>
        <p:grpSpPr>
          <a:xfrm rot="5400000">
            <a:off x="10516164" y="3141442"/>
            <a:ext cx="923430" cy="1158126"/>
            <a:chOff x="9174480" y="2522220"/>
            <a:chExt cx="1173480" cy="1471728"/>
          </a:xfrm>
        </p:grpSpPr>
        <p:sp>
          <p:nvSpPr>
            <p:cNvPr id="153" name="Google Shape;153;p32"/>
            <p:cNvSpPr/>
            <p:nvPr/>
          </p:nvSpPr>
          <p:spPr>
            <a:xfrm>
              <a:off x="9174480" y="2522220"/>
              <a:ext cx="167640" cy="167640"/>
            </a:xfrm>
            <a:prstGeom prst="ellipse">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4" name="Google Shape;154;p32"/>
            <p:cNvSpPr/>
            <p:nvPr/>
          </p:nvSpPr>
          <p:spPr>
            <a:xfrm>
              <a:off x="9677400" y="2522220"/>
              <a:ext cx="167640" cy="167640"/>
            </a:xfrm>
            <a:prstGeom prst="ellipse">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5" name="Google Shape;155;p32"/>
            <p:cNvSpPr/>
            <p:nvPr/>
          </p:nvSpPr>
          <p:spPr>
            <a:xfrm>
              <a:off x="10180320" y="2522220"/>
              <a:ext cx="167640" cy="167640"/>
            </a:xfrm>
            <a:prstGeom prst="ellipse">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6" name="Google Shape;156;p32"/>
            <p:cNvSpPr/>
            <p:nvPr/>
          </p:nvSpPr>
          <p:spPr>
            <a:xfrm>
              <a:off x="9174480" y="2956916"/>
              <a:ext cx="167640" cy="167640"/>
            </a:xfrm>
            <a:prstGeom prst="ellipse">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7" name="Google Shape;157;p32"/>
            <p:cNvSpPr/>
            <p:nvPr/>
          </p:nvSpPr>
          <p:spPr>
            <a:xfrm>
              <a:off x="9677400" y="2956916"/>
              <a:ext cx="167640" cy="167640"/>
            </a:xfrm>
            <a:prstGeom prst="ellipse">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8" name="Google Shape;158;p32"/>
            <p:cNvSpPr/>
            <p:nvPr/>
          </p:nvSpPr>
          <p:spPr>
            <a:xfrm>
              <a:off x="10180320" y="2956916"/>
              <a:ext cx="167640" cy="167640"/>
            </a:xfrm>
            <a:prstGeom prst="ellipse">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59" name="Google Shape;159;p32"/>
            <p:cNvSpPr/>
            <p:nvPr/>
          </p:nvSpPr>
          <p:spPr>
            <a:xfrm>
              <a:off x="9174480" y="3391612"/>
              <a:ext cx="167640" cy="167640"/>
            </a:xfrm>
            <a:prstGeom prst="ellipse">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0" name="Google Shape;160;p32"/>
            <p:cNvSpPr/>
            <p:nvPr/>
          </p:nvSpPr>
          <p:spPr>
            <a:xfrm>
              <a:off x="9677400" y="3391612"/>
              <a:ext cx="167640" cy="167640"/>
            </a:xfrm>
            <a:prstGeom prst="ellipse">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1" name="Google Shape;161;p32"/>
            <p:cNvSpPr/>
            <p:nvPr/>
          </p:nvSpPr>
          <p:spPr>
            <a:xfrm>
              <a:off x="10180320" y="3391612"/>
              <a:ext cx="167640" cy="167640"/>
            </a:xfrm>
            <a:prstGeom prst="ellipse">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2" name="Google Shape;162;p32"/>
            <p:cNvSpPr/>
            <p:nvPr/>
          </p:nvSpPr>
          <p:spPr>
            <a:xfrm>
              <a:off x="9174480" y="3826308"/>
              <a:ext cx="167640" cy="167640"/>
            </a:xfrm>
            <a:prstGeom prst="ellipse">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3" name="Google Shape;163;p32"/>
            <p:cNvSpPr/>
            <p:nvPr/>
          </p:nvSpPr>
          <p:spPr>
            <a:xfrm>
              <a:off x="9677400" y="3826308"/>
              <a:ext cx="167640" cy="167640"/>
            </a:xfrm>
            <a:prstGeom prst="ellipse">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4" name="Google Shape;164;p32"/>
            <p:cNvSpPr/>
            <p:nvPr/>
          </p:nvSpPr>
          <p:spPr>
            <a:xfrm>
              <a:off x="10180320" y="3826308"/>
              <a:ext cx="167640" cy="167640"/>
            </a:xfrm>
            <a:prstGeom prst="ellipse">
              <a:avLst/>
            </a:prstGeom>
            <a:solidFill>
              <a:srgbClr val="FF99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165" name="Google Shape;165;p32"/>
          <p:cNvGrpSpPr/>
          <p:nvPr/>
        </p:nvGrpSpPr>
        <p:grpSpPr>
          <a:xfrm rot="5400000">
            <a:off x="1902727" y="85508"/>
            <a:ext cx="923430" cy="1158126"/>
            <a:chOff x="9174480" y="2522220"/>
            <a:chExt cx="1173480" cy="1471728"/>
          </a:xfrm>
        </p:grpSpPr>
        <p:sp>
          <p:nvSpPr>
            <p:cNvPr id="166" name="Google Shape;166;p32"/>
            <p:cNvSpPr/>
            <p:nvPr/>
          </p:nvSpPr>
          <p:spPr>
            <a:xfrm>
              <a:off x="9174480" y="2522220"/>
              <a:ext cx="167640" cy="167640"/>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7" name="Google Shape;167;p32"/>
            <p:cNvSpPr/>
            <p:nvPr/>
          </p:nvSpPr>
          <p:spPr>
            <a:xfrm>
              <a:off x="9677400" y="2522220"/>
              <a:ext cx="167640" cy="167640"/>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8" name="Google Shape;168;p32"/>
            <p:cNvSpPr/>
            <p:nvPr/>
          </p:nvSpPr>
          <p:spPr>
            <a:xfrm>
              <a:off x="10180320" y="2522220"/>
              <a:ext cx="167640" cy="167640"/>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69" name="Google Shape;169;p32"/>
            <p:cNvSpPr/>
            <p:nvPr/>
          </p:nvSpPr>
          <p:spPr>
            <a:xfrm>
              <a:off x="9174480" y="2956916"/>
              <a:ext cx="167640" cy="167640"/>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0" name="Google Shape;170;p32"/>
            <p:cNvSpPr/>
            <p:nvPr/>
          </p:nvSpPr>
          <p:spPr>
            <a:xfrm>
              <a:off x="9677400" y="2956916"/>
              <a:ext cx="167640" cy="167640"/>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1" name="Google Shape;171;p32"/>
            <p:cNvSpPr/>
            <p:nvPr/>
          </p:nvSpPr>
          <p:spPr>
            <a:xfrm>
              <a:off x="10180320" y="2956916"/>
              <a:ext cx="167640" cy="167640"/>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2" name="Google Shape;172;p32"/>
            <p:cNvSpPr/>
            <p:nvPr/>
          </p:nvSpPr>
          <p:spPr>
            <a:xfrm>
              <a:off x="9174480" y="3391612"/>
              <a:ext cx="167640" cy="167640"/>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3" name="Google Shape;173;p32"/>
            <p:cNvSpPr/>
            <p:nvPr/>
          </p:nvSpPr>
          <p:spPr>
            <a:xfrm>
              <a:off x="9677400" y="3391612"/>
              <a:ext cx="167640" cy="167640"/>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4" name="Google Shape;174;p32"/>
            <p:cNvSpPr/>
            <p:nvPr/>
          </p:nvSpPr>
          <p:spPr>
            <a:xfrm>
              <a:off x="10180320" y="3391612"/>
              <a:ext cx="167640" cy="167640"/>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5" name="Google Shape;175;p32"/>
            <p:cNvSpPr/>
            <p:nvPr/>
          </p:nvSpPr>
          <p:spPr>
            <a:xfrm>
              <a:off x="9174480" y="3826308"/>
              <a:ext cx="167640" cy="167640"/>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6" name="Google Shape;176;p32"/>
            <p:cNvSpPr/>
            <p:nvPr/>
          </p:nvSpPr>
          <p:spPr>
            <a:xfrm>
              <a:off x="9677400" y="3826308"/>
              <a:ext cx="167640" cy="167640"/>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177" name="Google Shape;177;p32"/>
            <p:cNvSpPr/>
            <p:nvPr/>
          </p:nvSpPr>
          <p:spPr>
            <a:xfrm>
              <a:off x="10180320" y="3826308"/>
              <a:ext cx="167640" cy="167640"/>
            </a:xfrm>
            <a:prstGeom prst="ellipse">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178" name="Google Shape;178;p32"/>
          <p:cNvSpPr>
            <a:spLocks noGrp="1"/>
          </p:cNvSpPr>
          <p:nvPr>
            <p:ph type="pic" idx="2"/>
          </p:nvPr>
        </p:nvSpPr>
        <p:spPr>
          <a:xfrm>
            <a:off x="2066507" y="0"/>
            <a:ext cx="9602319" cy="4440117"/>
          </a:xfrm>
          <a:prstGeom prst="rect">
            <a:avLst/>
          </a:prstGeom>
          <a:solidFill>
            <a:schemeClr val="lt1"/>
          </a:solidFill>
          <a:ln>
            <a:noFill/>
          </a:ln>
        </p:spPr>
      </p:sp>
      <p:pic>
        <p:nvPicPr>
          <p:cNvPr id="179" name="Google Shape;179;p32"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18_Title Slide">
  <p:cSld name="18_Title Slide">
    <p:spTree>
      <p:nvGrpSpPr>
        <p:cNvPr id="1" name="Shape 180"/>
        <p:cNvGrpSpPr/>
        <p:nvPr/>
      </p:nvGrpSpPr>
      <p:grpSpPr>
        <a:xfrm>
          <a:off x="0" y="0"/>
          <a:ext cx="0" cy="0"/>
          <a:chOff x="0" y="0"/>
          <a:chExt cx="0" cy="0"/>
        </a:xfrm>
      </p:grpSpPr>
      <p:sp>
        <p:nvSpPr>
          <p:cNvPr id="181" name="Google Shape;181;p33"/>
          <p:cNvSpPr>
            <a:spLocks noGrp="1"/>
          </p:cNvSpPr>
          <p:nvPr>
            <p:ph type="pic" idx="2"/>
          </p:nvPr>
        </p:nvSpPr>
        <p:spPr>
          <a:xfrm>
            <a:off x="0" y="0"/>
            <a:ext cx="3848669" cy="6168571"/>
          </a:xfrm>
          <a:prstGeom prst="rect">
            <a:avLst/>
          </a:prstGeom>
          <a:solidFill>
            <a:schemeClr val="lt1"/>
          </a:solidFill>
          <a:ln>
            <a:noFill/>
          </a:ln>
        </p:spPr>
      </p:sp>
      <p:sp>
        <p:nvSpPr>
          <p:cNvPr id="182" name="Google Shape;182;p33"/>
          <p:cNvSpPr>
            <a:spLocks noGrp="1"/>
          </p:cNvSpPr>
          <p:nvPr>
            <p:ph type="pic" idx="3"/>
          </p:nvPr>
        </p:nvSpPr>
        <p:spPr>
          <a:xfrm>
            <a:off x="9978175" y="2089710"/>
            <a:ext cx="2213824" cy="4756812"/>
          </a:xfrm>
          <a:prstGeom prst="rect">
            <a:avLst/>
          </a:prstGeom>
          <a:solidFill>
            <a:schemeClr val="lt1"/>
          </a:solidFill>
          <a:ln>
            <a:noFill/>
          </a:ln>
        </p:spPr>
      </p:sp>
      <p:sp>
        <p:nvSpPr>
          <p:cNvPr id="183" name="Google Shape;183;p33"/>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184" name="Google Shape;184;p33"/>
          <p:cNvPicPr preferRelativeResize="0"/>
          <p:nvPr/>
        </p:nvPicPr>
        <p:blipFill rotWithShape="1">
          <a:blip r:embed="rId2">
            <a:alphaModFix/>
          </a:blip>
          <a:srcRect/>
          <a:stretch/>
        </p:blipFill>
        <p:spPr>
          <a:xfrm>
            <a:off x="10972800" y="222133"/>
            <a:ext cx="873760" cy="360863"/>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1_Title Slide">
  <p:cSld name="21_Title Slide">
    <p:spTree>
      <p:nvGrpSpPr>
        <p:cNvPr id="1" name="Shape 185"/>
        <p:cNvGrpSpPr/>
        <p:nvPr/>
      </p:nvGrpSpPr>
      <p:grpSpPr>
        <a:xfrm>
          <a:off x="0" y="0"/>
          <a:ext cx="0" cy="0"/>
          <a:chOff x="0" y="0"/>
          <a:chExt cx="0" cy="0"/>
        </a:xfrm>
      </p:grpSpPr>
      <p:sp>
        <p:nvSpPr>
          <p:cNvPr id="186" name="Google Shape;186;p34"/>
          <p:cNvSpPr>
            <a:spLocks noGrp="1"/>
          </p:cNvSpPr>
          <p:nvPr>
            <p:ph type="pic" idx="2"/>
          </p:nvPr>
        </p:nvSpPr>
        <p:spPr>
          <a:xfrm>
            <a:off x="0" y="1"/>
            <a:ext cx="12192000" cy="4978400"/>
          </a:xfrm>
          <a:prstGeom prst="rect">
            <a:avLst/>
          </a:prstGeom>
          <a:noFill/>
          <a:ln>
            <a:noFill/>
          </a:ln>
        </p:spPr>
      </p:sp>
      <p:sp>
        <p:nvSpPr>
          <p:cNvPr id="187" name="Google Shape;187;p34"/>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2_Title Slide">
  <p:cSld name="22_Title Slide">
    <p:spTree>
      <p:nvGrpSpPr>
        <p:cNvPr id="1" name="Shape 188"/>
        <p:cNvGrpSpPr/>
        <p:nvPr/>
      </p:nvGrpSpPr>
      <p:grpSpPr>
        <a:xfrm>
          <a:off x="0" y="0"/>
          <a:ext cx="0" cy="0"/>
          <a:chOff x="0" y="0"/>
          <a:chExt cx="0" cy="0"/>
        </a:xfrm>
      </p:grpSpPr>
      <p:sp>
        <p:nvSpPr>
          <p:cNvPr id="189" name="Google Shape;189;p35"/>
          <p:cNvSpPr>
            <a:spLocks noGrp="1"/>
          </p:cNvSpPr>
          <p:nvPr>
            <p:ph type="pic" idx="2"/>
          </p:nvPr>
        </p:nvSpPr>
        <p:spPr>
          <a:xfrm>
            <a:off x="8160577" y="3515209"/>
            <a:ext cx="3251198" cy="2758592"/>
          </a:xfrm>
          <a:prstGeom prst="rect">
            <a:avLst/>
          </a:prstGeom>
          <a:solidFill>
            <a:schemeClr val="lt1"/>
          </a:solidFill>
          <a:ln>
            <a:noFill/>
          </a:ln>
        </p:spPr>
      </p:sp>
      <p:sp>
        <p:nvSpPr>
          <p:cNvPr id="190" name="Google Shape;190;p35"/>
          <p:cNvSpPr>
            <a:spLocks noGrp="1"/>
          </p:cNvSpPr>
          <p:nvPr>
            <p:ph type="pic" idx="3"/>
          </p:nvPr>
        </p:nvSpPr>
        <p:spPr>
          <a:xfrm>
            <a:off x="8160577" y="584200"/>
            <a:ext cx="3251198" cy="2758592"/>
          </a:xfrm>
          <a:prstGeom prst="rect">
            <a:avLst/>
          </a:prstGeom>
          <a:solidFill>
            <a:schemeClr val="lt1"/>
          </a:solidFill>
          <a:ln>
            <a:noFill/>
          </a:ln>
        </p:spPr>
      </p:sp>
      <p:sp>
        <p:nvSpPr>
          <p:cNvPr id="191" name="Google Shape;191;p35"/>
          <p:cNvSpPr>
            <a:spLocks noGrp="1"/>
          </p:cNvSpPr>
          <p:nvPr>
            <p:ph type="pic" idx="4"/>
          </p:nvPr>
        </p:nvSpPr>
        <p:spPr>
          <a:xfrm>
            <a:off x="4733473" y="3515209"/>
            <a:ext cx="3251198" cy="2758592"/>
          </a:xfrm>
          <a:prstGeom prst="rect">
            <a:avLst/>
          </a:prstGeom>
          <a:solidFill>
            <a:schemeClr val="lt1"/>
          </a:solidFill>
          <a:ln>
            <a:noFill/>
          </a:ln>
        </p:spPr>
      </p:sp>
      <p:sp>
        <p:nvSpPr>
          <p:cNvPr id="192" name="Google Shape;192;p35"/>
          <p:cNvSpPr>
            <a:spLocks noGrp="1"/>
          </p:cNvSpPr>
          <p:nvPr>
            <p:ph type="pic" idx="5"/>
          </p:nvPr>
        </p:nvSpPr>
        <p:spPr>
          <a:xfrm>
            <a:off x="4733473" y="584200"/>
            <a:ext cx="3251198" cy="2758592"/>
          </a:xfrm>
          <a:prstGeom prst="rect">
            <a:avLst/>
          </a:prstGeom>
          <a:solidFill>
            <a:schemeClr val="lt1"/>
          </a:solidFill>
          <a:ln>
            <a:noFill/>
          </a:ln>
        </p:spPr>
      </p:sp>
      <p:sp>
        <p:nvSpPr>
          <p:cNvPr id="193" name="Google Shape;193;p35"/>
          <p:cNvSpPr>
            <a:spLocks noGrp="1"/>
          </p:cNvSpPr>
          <p:nvPr>
            <p:ph type="pic" idx="6"/>
          </p:nvPr>
        </p:nvSpPr>
        <p:spPr>
          <a:xfrm>
            <a:off x="1204767" y="584200"/>
            <a:ext cx="3352800" cy="5689600"/>
          </a:xfrm>
          <a:prstGeom prst="rect">
            <a:avLst/>
          </a:prstGeom>
          <a:solidFill>
            <a:schemeClr val="lt1"/>
          </a:solidFill>
          <a:ln>
            <a:noFill/>
          </a:ln>
        </p:spPr>
      </p:sp>
      <p:sp>
        <p:nvSpPr>
          <p:cNvPr id="194" name="Google Shape;194;p35"/>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4_Title Slide">
  <p:cSld name="24_Title Slide">
    <p:spTree>
      <p:nvGrpSpPr>
        <p:cNvPr id="1" name="Shape 195"/>
        <p:cNvGrpSpPr/>
        <p:nvPr/>
      </p:nvGrpSpPr>
      <p:grpSpPr>
        <a:xfrm>
          <a:off x="0" y="0"/>
          <a:ext cx="0" cy="0"/>
          <a:chOff x="0" y="0"/>
          <a:chExt cx="0" cy="0"/>
        </a:xfrm>
      </p:grpSpPr>
      <p:sp>
        <p:nvSpPr>
          <p:cNvPr id="196" name="Google Shape;196;p36"/>
          <p:cNvSpPr>
            <a:spLocks noGrp="1"/>
          </p:cNvSpPr>
          <p:nvPr>
            <p:ph type="pic" idx="2"/>
          </p:nvPr>
        </p:nvSpPr>
        <p:spPr>
          <a:xfrm>
            <a:off x="1337482" y="580030"/>
            <a:ext cx="4358025" cy="2709080"/>
          </a:xfrm>
          <a:prstGeom prst="rect">
            <a:avLst/>
          </a:prstGeom>
          <a:solidFill>
            <a:schemeClr val="lt1"/>
          </a:solidFill>
          <a:ln>
            <a:noFill/>
          </a:ln>
        </p:spPr>
      </p:sp>
      <p:sp>
        <p:nvSpPr>
          <p:cNvPr id="197" name="Google Shape;197;p36"/>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98" name="Google Shape;198;p36"/>
          <p:cNvSpPr>
            <a:spLocks noGrp="1"/>
          </p:cNvSpPr>
          <p:nvPr>
            <p:ph type="pic" idx="3"/>
          </p:nvPr>
        </p:nvSpPr>
        <p:spPr>
          <a:xfrm>
            <a:off x="5946743" y="3429000"/>
            <a:ext cx="6245256" cy="2848970"/>
          </a:xfrm>
          <a:prstGeom prst="rect">
            <a:avLst/>
          </a:prstGeom>
          <a:solidFill>
            <a:schemeClr val="lt1"/>
          </a:solidFill>
          <a:ln>
            <a:noFill/>
          </a:ln>
        </p:spPr>
      </p:sp>
      <p:pic>
        <p:nvPicPr>
          <p:cNvPr id="199" name="Google Shape;199;p36" descr="Icon&#10;&#10;Description automatically generated"/>
          <p:cNvPicPr preferRelativeResize="0"/>
          <p:nvPr/>
        </p:nvPicPr>
        <p:blipFill rotWithShape="1">
          <a:blip r:embed="rId2">
            <a:alphaModFix/>
          </a:blip>
          <a:srcRect/>
          <a:stretch/>
        </p:blipFill>
        <p:spPr>
          <a:xfrm>
            <a:off x="10894517" y="278330"/>
            <a:ext cx="1042958" cy="360863"/>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200"/>
        <p:cNvGrpSpPr/>
        <p:nvPr/>
      </p:nvGrpSpPr>
      <p:grpSpPr>
        <a:xfrm>
          <a:off x="0" y="0"/>
          <a:ext cx="0" cy="0"/>
          <a:chOff x="0" y="0"/>
          <a:chExt cx="0" cy="0"/>
        </a:xfrm>
      </p:grpSpPr>
      <p:sp>
        <p:nvSpPr>
          <p:cNvPr id="201" name="Google Shape;201;p37"/>
          <p:cNvSpPr>
            <a:spLocks noGrp="1"/>
          </p:cNvSpPr>
          <p:nvPr>
            <p:ph type="pic" idx="2"/>
          </p:nvPr>
        </p:nvSpPr>
        <p:spPr>
          <a:xfrm>
            <a:off x="4194629" y="1348541"/>
            <a:ext cx="3072836" cy="5509459"/>
          </a:xfrm>
          <a:prstGeom prst="rect">
            <a:avLst/>
          </a:prstGeom>
          <a:solidFill>
            <a:schemeClr val="lt1"/>
          </a:solidFill>
          <a:ln>
            <a:noFill/>
          </a:ln>
        </p:spPr>
      </p:sp>
      <p:sp>
        <p:nvSpPr>
          <p:cNvPr id="202" name="Google Shape;202;p37"/>
          <p:cNvSpPr>
            <a:spLocks noGrp="1"/>
          </p:cNvSpPr>
          <p:nvPr>
            <p:ph type="pic" idx="3"/>
          </p:nvPr>
        </p:nvSpPr>
        <p:spPr>
          <a:xfrm>
            <a:off x="1234323" y="1634145"/>
            <a:ext cx="1649712" cy="1649712"/>
          </a:xfrm>
          <a:prstGeom prst="rect">
            <a:avLst/>
          </a:prstGeom>
          <a:solidFill>
            <a:schemeClr val="lt1"/>
          </a:solidFill>
          <a:ln>
            <a:noFill/>
          </a:ln>
        </p:spPr>
      </p:sp>
      <p:sp>
        <p:nvSpPr>
          <p:cNvPr id="203" name="Google Shape;203;p37"/>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4" name="Google Shape;204;p37"/>
          <p:cNvSpPr>
            <a:spLocks noGrp="1"/>
          </p:cNvSpPr>
          <p:nvPr>
            <p:ph type="pic" idx="4"/>
          </p:nvPr>
        </p:nvSpPr>
        <p:spPr>
          <a:xfrm>
            <a:off x="7460343" y="1348542"/>
            <a:ext cx="4731656" cy="5509459"/>
          </a:xfrm>
          <a:prstGeom prst="rect">
            <a:avLst/>
          </a:prstGeom>
          <a:solidFill>
            <a:schemeClr val="lt1"/>
          </a:solidFill>
          <a:ln>
            <a:noFill/>
          </a:ln>
        </p:spPr>
      </p:sp>
      <p:pic>
        <p:nvPicPr>
          <p:cNvPr id="205" name="Google Shape;205;p37"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6_Title Slide">
  <p:cSld name="26_Title Slide">
    <p:spTree>
      <p:nvGrpSpPr>
        <p:cNvPr id="1" name="Shape 206"/>
        <p:cNvGrpSpPr/>
        <p:nvPr/>
      </p:nvGrpSpPr>
      <p:grpSpPr>
        <a:xfrm>
          <a:off x="0" y="0"/>
          <a:ext cx="0" cy="0"/>
          <a:chOff x="0" y="0"/>
          <a:chExt cx="0" cy="0"/>
        </a:xfrm>
      </p:grpSpPr>
      <p:sp>
        <p:nvSpPr>
          <p:cNvPr id="207" name="Google Shape;207;p38"/>
          <p:cNvSpPr/>
          <p:nvPr/>
        </p:nvSpPr>
        <p:spPr>
          <a:xfrm>
            <a:off x="3898901" y="-9377"/>
            <a:ext cx="3632200" cy="6880078"/>
          </a:xfrm>
          <a:custGeom>
            <a:avLst/>
            <a:gdLst/>
            <a:ahLst/>
            <a:cxnLst/>
            <a:rect l="l" t="t" r="r" b="b"/>
            <a:pathLst>
              <a:path w="5461453" h="6854202" extrusionOk="0">
                <a:moveTo>
                  <a:pt x="1190211" y="0"/>
                </a:moveTo>
                <a:lnTo>
                  <a:pt x="5234381" y="0"/>
                </a:lnTo>
                <a:cubicBezTo>
                  <a:pt x="5234381" y="0"/>
                  <a:pt x="5835056" y="1214062"/>
                  <a:pt x="5082487" y="2544220"/>
                </a:cubicBezTo>
                <a:cubicBezTo>
                  <a:pt x="4329919" y="3874377"/>
                  <a:pt x="5093025" y="4126343"/>
                  <a:pt x="4854647" y="5050465"/>
                </a:cubicBezTo>
                <a:cubicBezTo>
                  <a:pt x="4616268" y="5974587"/>
                  <a:pt x="4076191" y="6854203"/>
                  <a:pt x="4076191" y="6854203"/>
                </a:cubicBezTo>
                <a:lnTo>
                  <a:pt x="259863" y="6854203"/>
                </a:lnTo>
                <a:cubicBezTo>
                  <a:pt x="259863" y="6854203"/>
                  <a:pt x="971864" y="6151695"/>
                  <a:pt x="307329" y="4756171"/>
                </a:cubicBezTo>
                <a:cubicBezTo>
                  <a:pt x="-357206" y="3360648"/>
                  <a:pt x="183916" y="2772060"/>
                  <a:pt x="725037" y="1623364"/>
                </a:cubicBezTo>
                <a:cubicBezTo>
                  <a:pt x="1266158" y="474668"/>
                  <a:pt x="1190211" y="0"/>
                  <a:pt x="1190211" y="0"/>
                </a:cubicBezTo>
                <a:close/>
              </a:path>
            </a:pathLst>
          </a:custGeom>
          <a:solidFill>
            <a:srgbClr val="003399"/>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08" name="Google Shape;208;p38"/>
          <p:cNvSpPr/>
          <p:nvPr/>
        </p:nvSpPr>
        <p:spPr>
          <a:xfrm>
            <a:off x="3754859" y="-9377"/>
            <a:ext cx="3926521" cy="6867379"/>
          </a:xfrm>
          <a:custGeom>
            <a:avLst/>
            <a:gdLst/>
            <a:ahLst/>
            <a:cxnLst/>
            <a:rect l="l" t="t" r="r" b="b"/>
            <a:pathLst>
              <a:path w="3926521" h="6867379" extrusionOk="0">
                <a:moveTo>
                  <a:pt x="851448" y="0"/>
                </a:moveTo>
                <a:cubicBezTo>
                  <a:pt x="851448" y="0"/>
                  <a:pt x="2788325" y="146486"/>
                  <a:pt x="3236113" y="1143464"/>
                </a:cubicBezTo>
                <a:cubicBezTo>
                  <a:pt x="3571954" y="1891198"/>
                  <a:pt x="3218610" y="2517946"/>
                  <a:pt x="3030275" y="3110922"/>
                </a:cubicBezTo>
                <a:lnTo>
                  <a:pt x="3026942" y="3122321"/>
                </a:lnTo>
                <a:lnTo>
                  <a:pt x="3026942" y="4520716"/>
                </a:lnTo>
                <a:lnTo>
                  <a:pt x="3033353" y="4556797"/>
                </a:lnTo>
                <a:cubicBezTo>
                  <a:pt x="3126839" y="5022159"/>
                  <a:pt x="3263946" y="5453022"/>
                  <a:pt x="3368780" y="5784661"/>
                </a:cubicBezTo>
                <a:cubicBezTo>
                  <a:pt x="3515548" y="6248956"/>
                  <a:pt x="3838980" y="6739050"/>
                  <a:pt x="3917544" y="6854319"/>
                </a:cubicBezTo>
                <a:lnTo>
                  <a:pt x="3926521" y="6867379"/>
                </a:lnTo>
                <a:lnTo>
                  <a:pt x="2567722" y="6866903"/>
                </a:lnTo>
                <a:cubicBezTo>
                  <a:pt x="2567722" y="6866903"/>
                  <a:pt x="1304314" y="6482102"/>
                  <a:pt x="1268570" y="5932510"/>
                </a:cubicBezTo>
                <a:lnTo>
                  <a:pt x="1254900" y="5787878"/>
                </a:lnTo>
                <a:lnTo>
                  <a:pt x="779042" y="5787878"/>
                </a:lnTo>
                <a:lnTo>
                  <a:pt x="779042" y="4442329"/>
                </a:lnTo>
                <a:lnTo>
                  <a:pt x="718507" y="4343109"/>
                </a:lnTo>
                <a:cubicBezTo>
                  <a:pt x="54692" y="3198185"/>
                  <a:pt x="578423" y="2268055"/>
                  <a:pt x="451433" y="1550877"/>
                </a:cubicBezTo>
                <a:cubicBezTo>
                  <a:pt x="371147" y="505764"/>
                  <a:pt x="0" y="12700"/>
                  <a:pt x="0" y="12700"/>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 name="Google Shape;209;p38"/>
          <p:cNvSpPr>
            <a:spLocks noGrp="1"/>
          </p:cNvSpPr>
          <p:nvPr>
            <p:ph type="pic" idx="2"/>
          </p:nvPr>
        </p:nvSpPr>
        <p:spPr>
          <a:xfrm>
            <a:off x="4537075" y="1104900"/>
            <a:ext cx="2225675" cy="4572000"/>
          </a:xfrm>
          <a:prstGeom prst="rect">
            <a:avLst/>
          </a:prstGeom>
          <a:solidFill>
            <a:schemeClr val="lt1"/>
          </a:solidFill>
          <a:ln>
            <a:noFill/>
          </a:ln>
        </p:spPr>
      </p:sp>
      <p:sp>
        <p:nvSpPr>
          <p:cNvPr id="210" name="Google Shape;210;p38"/>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11" name="Google Shape;211;p38"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7_Title Slide">
  <p:cSld name="27_Title Slide">
    <p:spTree>
      <p:nvGrpSpPr>
        <p:cNvPr id="1" name="Shape 212"/>
        <p:cNvGrpSpPr/>
        <p:nvPr/>
      </p:nvGrpSpPr>
      <p:grpSpPr>
        <a:xfrm>
          <a:off x="0" y="0"/>
          <a:ext cx="0" cy="0"/>
          <a:chOff x="0" y="0"/>
          <a:chExt cx="0" cy="0"/>
        </a:xfrm>
      </p:grpSpPr>
      <p:sp>
        <p:nvSpPr>
          <p:cNvPr id="213" name="Google Shape;213;p39"/>
          <p:cNvSpPr/>
          <p:nvPr/>
        </p:nvSpPr>
        <p:spPr>
          <a:xfrm rot="10800000">
            <a:off x="9198410" y="5892799"/>
            <a:ext cx="2997043" cy="968977"/>
          </a:xfrm>
          <a:custGeom>
            <a:avLst/>
            <a:gdLst/>
            <a:ahLst/>
            <a:cxnLst/>
            <a:rect l="l" t="t" r="r" b="b"/>
            <a:pathLst>
              <a:path w="4060011" h="974798" extrusionOk="0">
                <a:moveTo>
                  <a:pt x="0" y="0"/>
                </a:moveTo>
                <a:lnTo>
                  <a:pt x="4060011" y="0"/>
                </a:lnTo>
                <a:lnTo>
                  <a:pt x="3972466" y="43746"/>
                </a:lnTo>
                <a:cubicBezTo>
                  <a:pt x="3748483" y="132772"/>
                  <a:pt x="3440244" y="166231"/>
                  <a:pt x="3016104" y="87005"/>
                </a:cubicBezTo>
                <a:cubicBezTo>
                  <a:pt x="1743685" y="-150674"/>
                  <a:pt x="1557070" y="963870"/>
                  <a:pt x="613671" y="974719"/>
                </a:cubicBezTo>
                <a:cubicBezTo>
                  <a:pt x="438967" y="976728"/>
                  <a:pt x="238311" y="940888"/>
                  <a:pt x="0" y="851601"/>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4" name="Google Shape;214;p39"/>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215" name="Google Shape;215;p39"/>
          <p:cNvGrpSpPr/>
          <p:nvPr/>
        </p:nvGrpSpPr>
        <p:grpSpPr>
          <a:xfrm rot="10800000">
            <a:off x="0" y="0"/>
            <a:ext cx="7513398" cy="3581400"/>
            <a:chOff x="4673601" y="3276601"/>
            <a:chExt cx="7513398" cy="3581400"/>
          </a:xfrm>
        </p:grpSpPr>
        <p:sp>
          <p:nvSpPr>
            <p:cNvPr id="216" name="Google Shape;216;p39"/>
            <p:cNvSpPr/>
            <p:nvPr/>
          </p:nvSpPr>
          <p:spPr>
            <a:xfrm>
              <a:off x="4673601" y="3276601"/>
              <a:ext cx="7513398" cy="3581400"/>
            </a:xfrm>
            <a:custGeom>
              <a:avLst/>
              <a:gdLst/>
              <a:ahLst/>
              <a:cxnLst/>
              <a:rect l="l" t="t" r="r" b="b"/>
              <a:pathLst>
                <a:path w="4499871" h="1949599" extrusionOk="0">
                  <a:moveTo>
                    <a:pt x="3886200" y="107"/>
                  </a:moveTo>
                  <a:cubicBezTo>
                    <a:pt x="4060904" y="-2566"/>
                    <a:pt x="4261560" y="45119"/>
                    <a:pt x="4499871" y="163913"/>
                  </a:cubicBezTo>
                  <a:lnTo>
                    <a:pt x="4499871" y="1949599"/>
                  </a:lnTo>
                  <a:lnTo>
                    <a:pt x="0" y="1949599"/>
                  </a:lnTo>
                  <a:lnTo>
                    <a:pt x="25954" y="1865618"/>
                  </a:lnTo>
                  <a:cubicBezTo>
                    <a:pt x="171049" y="1453081"/>
                    <a:pt x="541234" y="946951"/>
                    <a:pt x="1483767" y="1181193"/>
                  </a:cubicBezTo>
                  <a:cubicBezTo>
                    <a:pt x="2756186" y="1497419"/>
                    <a:pt x="2942801" y="14542"/>
                    <a:pt x="3886200" y="107"/>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7" name="Google Shape;217;p39"/>
            <p:cNvSpPr/>
            <p:nvPr/>
          </p:nvSpPr>
          <p:spPr>
            <a:xfrm>
              <a:off x="4744320" y="4338380"/>
              <a:ext cx="7442678" cy="2519620"/>
            </a:xfrm>
            <a:custGeom>
              <a:avLst/>
              <a:gdLst/>
              <a:ahLst/>
              <a:cxnLst/>
              <a:rect l="l" t="t" r="r" b="b"/>
              <a:pathLst>
                <a:path w="4457516" h="1371600" extrusionOk="0">
                  <a:moveTo>
                    <a:pt x="3843845" y="80"/>
                  </a:moveTo>
                  <a:cubicBezTo>
                    <a:pt x="4018549" y="-1929"/>
                    <a:pt x="4219205" y="33911"/>
                    <a:pt x="4457516" y="123198"/>
                  </a:cubicBezTo>
                  <a:lnTo>
                    <a:pt x="4457516" y="1371600"/>
                  </a:lnTo>
                  <a:lnTo>
                    <a:pt x="0" y="1371600"/>
                  </a:lnTo>
                  <a:lnTo>
                    <a:pt x="34228" y="1307711"/>
                  </a:lnTo>
                  <a:cubicBezTo>
                    <a:pt x="208455" y="1021630"/>
                    <a:pt x="593133" y="729342"/>
                    <a:pt x="1441412" y="887794"/>
                  </a:cubicBezTo>
                  <a:cubicBezTo>
                    <a:pt x="2713831" y="1125473"/>
                    <a:pt x="2900446" y="10929"/>
                    <a:pt x="3843845" y="80"/>
                  </a:cubicBezTo>
                  <a:close/>
                </a:path>
              </a:pathLst>
            </a:cu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sp>
        <p:nvSpPr>
          <p:cNvPr id="218" name="Google Shape;218;p39"/>
          <p:cNvSpPr/>
          <p:nvPr/>
        </p:nvSpPr>
        <p:spPr>
          <a:xfrm rot="10800000">
            <a:off x="9484069" y="6175270"/>
            <a:ext cx="2707930" cy="693763"/>
          </a:xfrm>
          <a:custGeom>
            <a:avLst/>
            <a:gdLst/>
            <a:ahLst/>
            <a:cxnLst/>
            <a:rect l="l" t="t" r="r" b="b"/>
            <a:pathLst>
              <a:path w="4060011" h="974798" extrusionOk="0">
                <a:moveTo>
                  <a:pt x="0" y="0"/>
                </a:moveTo>
                <a:lnTo>
                  <a:pt x="4060011" y="0"/>
                </a:lnTo>
                <a:lnTo>
                  <a:pt x="3972466" y="43746"/>
                </a:lnTo>
                <a:cubicBezTo>
                  <a:pt x="3748483" y="132772"/>
                  <a:pt x="3440244" y="166231"/>
                  <a:pt x="3016104" y="87005"/>
                </a:cubicBezTo>
                <a:cubicBezTo>
                  <a:pt x="1743685" y="-150674"/>
                  <a:pt x="1557070" y="963870"/>
                  <a:pt x="613671" y="974719"/>
                </a:cubicBezTo>
                <a:cubicBezTo>
                  <a:pt x="438967" y="976728"/>
                  <a:pt x="238311" y="940888"/>
                  <a:pt x="0" y="851601"/>
                </a:cubicBezTo>
                <a:close/>
              </a:path>
            </a:pathLst>
          </a:custGeom>
          <a:solidFill>
            <a:srgbClr val="9900F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9" name="Google Shape;219;p39"/>
          <p:cNvSpPr>
            <a:spLocks noGrp="1"/>
          </p:cNvSpPr>
          <p:nvPr>
            <p:ph type="pic" idx="2"/>
          </p:nvPr>
        </p:nvSpPr>
        <p:spPr>
          <a:xfrm>
            <a:off x="1158543" y="2034540"/>
            <a:ext cx="4899660" cy="2819400"/>
          </a:xfrm>
          <a:prstGeom prst="rect">
            <a:avLst/>
          </a:prstGeom>
          <a:solidFill>
            <a:schemeClr val="lt1"/>
          </a:solidFill>
          <a:ln>
            <a:noFill/>
          </a:ln>
        </p:spPr>
      </p:sp>
      <p:grpSp>
        <p:nvGrpSpPr>
          <p:cNvPr id="220" name="Google Shape;220;p39"/>
          <p:cNvGrpSpPr/>
          <p:nvPr/>
        </p:nvGrpSpPr>
        <p:grpSpPr>
          <a:xfrm rot="5400000">
            <a:off x="9183840" y="1183508"/>
            <a:ext cx="923430" cy="1158126"/>
            <a:chOff x="9174480" y="2522220"/>
            <a:chExt cx="1173480" cy="1471728"/>
          </a:xfrm>
        </p:grpSpPr>
        <p:sp>
          <p:nvSpPr>
            <p:cNvPr id="221" name="Google Shape;221;p39"/>
            <p:cNvSpPr/>
            <p:nvPr/>
          </p:nvSpPr>
          <p:spPr>
            <a:xfrm>
              <a:off x="9174480" y="2522220"/>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2" name="Google Shape;222;p39"/>
            <p:cNvSpPr/>
            <p:nvPr/>
          </p:nvSpPr>
          <p:spPr>
            <a:xfrm>
              <a:off x="9677400" y="2522220"/>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3" name="Google Shape;223;p39"/>
            <p:cNvSpPr/>
            <p:nvPr/>
          </p:nvSpPr>
          <p:spPr>
            <a:xfrm>
              <a:off x="10180320" y="2522220"/>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4" name="Google Shape;224;p39"/>
            <p:cNvSpPr/>
            <p:nvPr/>
          </p:nvSpPr>
          <p:spPr>
            <a:xfrm>
              <a:off x="9174480" y="2956916"/>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5" name="Google Shape;225;p39"/>
            <p:cNvSpPr/>
            <p:nvPr/>
          </p:nvSpPr>
          <p:spPr>
            <a:xfrm>
              <a:off x="9677400" y="2956916"/>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6" name="Google Shape;226;p39"/>
            <p:cNvSpPr/>
            <p:nvPr/>
          </p:nvSpPr>
          <p:spPr>
            <a:xfrm>
              <a:off x="10180320" y="2956916"/>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7" name="Google Shape;227;p39"/>
            <p:cNvSpPr/>
            <p:nvPr/>
          </p:nvSpPr>
          <p:spPr>
            <a:xfrm>
              <a:off x="9174480" y="3391612"/>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8" name="Google Shape;228;p39"/>
            <p:cNvSpPr/>
            <p:nvPr/>
          </p:nvSpPr>
          <p:spPr>
            <a:xfrm>
              <a:off x="9677400" y="3391612"/>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29" name="Google Shape;229;p39"/>
            <p:cNvSpPr/>
            <p:nvPr/>
          </p:nvSpPr>
          <p:spPr>
            <a:xfrm>
              <a:off x="10180320" y="3391612"/>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0" name="Google Shape;230;p39"/>
            <p:cNvSpPr/>
            <p:nvPr/>
          </p:nvSpPr>
          <p:spPr>
            <a:xfrm>
              <a:off x="9174480" y="3826308"/>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1" name="Google Shape;231;p39"/>
            <p:cNvSpPr/>
            <p:nvPr/>
          </p:nvSpPr>
          <p:spPr>
            <a:xfrm>
              <a:off x="9677400" y="3826308"/>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2" name="Google Shape;232;p39"/>
            <p:cNvSpPr/>
            <p:nvPr/>
          </p:nvSpPr>
          <p:spPr>
            <a:xfrm>
              <a:off x="10180320" y="3826308"/>
              <a:ext cx="167640" cy="167640"/>
            </a:xfrm>
            <a:prstGeom prst="ellipse">
              <a:avLst/>
            </a:pr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pic>
        <p:nvPicPr>
          <p:cNvPr id="233" name="Google Shape;233;p39" descr="Icon&#10;&#10;Description automatically generated"/>
          <p:cNvPicPr preferRelativeResize="0"/>
          <p:nvPr/>
        </p:nvPicPr>
        <p:blipFill rotWithShape="1">
          <a:blip r:embed="rId2">
            <a:alphaModFix/>
          </a:blip>
          <a:srcRect/>
          <a:stretch/>
        </p:blipFill>
        <p:spPr>
          <a:xfrm>
            <a:off x="10894517" y="278330"/>
            <a:ext cx="1042958" cy="360863"/>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30_Title Slide">
  <p:cSld name="30_Title Slide">
    <p:spTree>
      <p:nvGrpSpPr>
        <p:cNvPr id="1" name="Shape 234"/>
        <p:cNvGrpSpPr/>
        <p:nvPr/>
      </p:nvGrpSpPr>
      <p:grpSpPr>
        <a:xfrm>
          <a:off x="0" y="0"/>
          <a:ext cx="0" cy="0"/>
          <a:chOff x="0" y="0"/>
          <a:chExt cx="0" cy="0"/>
        </a:xfrm>
      </p:grpSpPr>
      <p:sp>
        <p:nvSpPr>
          <p:cNvPr id="235" name="Google Shape;235;p40"/>
          <p:cNvSpPr/>
          <p:nvPr/>
        </p:nvSpPr>
        <p:spPr>
          <a:xfrm>
            <a:off x="0" y="0"/>
            <a:ext cx="4703294" cy="6858000"/>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36" name="Google Shape;236;p40"/>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37" name="Google Shape;237;p40" descr="Icon&#10;&#10;Description automatically generated"/>
          <p:cNvPicPr preferRelativeResize="0"/>
          <p:nvPr/>
        </p:nvPicPr>
        <p:blipFill rotWithShape="1">
          <a:blip r:embed="rId2">
            <a:alphaModFix/>
          </a:blip>
          <a:srcRect/>
          <a:stretch/>
        </p:blipFill>
        <p:spPr>
          <a:xfrm>
            <a:off x="10894517" y="278330"/>
            <a:ext cx="1042958" cy="360863"/>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4_Title Slide">
  <p:cSld name="4_Title Slide">
    <p:bg>
      <p:bgPr>
        <a:solidFill>
          <a:srgbClr val="570E94"/>
        </a:solidFill>
        <a:effectLst/>
      </p:bgPr>
    </p:bg>
    <p:spTree>
      <p:nvGrpSpPr>
        <p:cNvPr id="1" name="Shape 238"/>
        <p:cNvGrpSpPr/>
        <p:nvPr/>
      </p:nvGrpSpPr>
      <p:grpSpPr>
        <a:xfrm>
          <a:off x="0" y="0"/>
          <a:ext cx="0" cy="0"/>
          <a:chOff x="0" y="0"/>
          <a:chExt cx="0" cy="0"/>
        </a:xfrm>
      </p:grpSpPr>
      <p:sp>
        <p:nvSpPr>
          <p:cNvPr id="239" name="Google Shape;239;p41"/>
          <p:cNvSpPr>
            <a:spLocks noGrp="1"/>
          </p:cNvSpPr>
          <p:nvPr>
            <p:ph type="pic" idx="2"/>
          </p:nvPr>
        </p:nvSpPr>
        <p:spPr>
          <a:xfrm>
            <a:off x="1970097" y="1768405"/>
            <a:ext cx="2685030" cy="2685030"/>
          </a:xfrm>
          <a:prstGeom prst="rect">
            <a:avLst/>
          </a:prstGeom>
          <a:solidFill>
            <a:schemeClr val="lt1"/>
          </a:solidFill>
          <a:ln w="85725" cap="flat" cmpd="sng">
            <a:solidFill>
              <a:srgbClr val="FF9900"/>
            </a:solidFill>
            <a:prstDash val="solid"/>
            <a:round/>
            <a:headEnd type="none" w="sm" len="sm"/>
            <a:tailEnd type="none" w="sm" len="sm"/>
          </a:ln>
        </p:spPr>
      </p:sp>
      <p:sp>
        <p:nvSpPr>
          <p:cNvPr id="240" name="Google Shape;240;p41"/>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1" name="Google Shape;241;p41"/>
          <p:cNvSpPr/>
          <p:nvPr/>
        </p:nvSpPr>
        <p:spPr>
          <a:xfrm>
            <a:off x="6370592" y="914401"/>
            <a:ext cx="7390678" cy="4978400"/>
          </a:xfrm>
          <a:prstGeom prst="roundRect">
            <a:avLst>
              <a:gd name="adj" fmla="val 16667"/>
            </a:avLst>
          </a:prstGeom>
          <a:noFill/>
          <a:ln w="25400" cap="flat" cmpd="sng">
            <a:solidFill>
              <a:srgbClr val="99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3_Title Slide">
  <p:cSld name="3_Title Slide">
    <p:spTree>
      <p:nvGrpSpPr>
        <p:cNvPr id="1" name="Shape 242"/>
        <p:cNvGrpSpPr/>
        <p:nvPr/>
      </p:nvGrpSpPr>
      <p:grpSpPr>
        <a:xfrm>
          <a:off x="0" y="0"/>
          <a:ext cx="0" cy="0"/>
          <a:chOff x="0" y="0"/>
          <a:chExt cx="0" cy="0"/>
        </a:xfrm>
      </p:grpSpPr>
      <p:sp>
        <p:nvSpPr>
          <p:cNvPr id="243" name="Google Shape;243;p42"/>
          <p:cNvSpPr>
            <a:spLocks noGrp="1"/>
          </p:cNvSpPr>
          <p:nvPr>
            <p:ph type="pic" idx="2"/>
          </p:nvPr>
        </p:nvSpPr>
        <p:spPr>
          <a:xfrm>
            <a:off x="6212114" y="0"/>
            <a:ext cx="5979886" cy="6858000"/>
          </a:xfrm>
          <a:prstGeom prst="rect">
            <a:avLst/>
          </a:prstGeom>
          <a:solidFill>
            <a:schemeClr val="lt1"/>
          </a:solidFill>
          <a:ln>
            <a:noFill/>
          </a:ln>
        </p:spPr>
      </p:sp>
      <p:sp>
        <p:nvSpPr>
          <p:cNvPr id="244" name="Google Shape;244;p42"/>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pic>
        <p:nvPicPr>
          <p:cNvPr id="245" name="Google Shape;245;p42" descr="Icon&#10;&#10;Description automatically generated"/>
          <p:cNvPicPr preferRelativeResize="0"/>
          <p:nvPr/>
        </p:nvPicPr>
        <p:blipFill rotWithShape="1">
          <a:blip r:embed="rId2">
            <a:alphaModFix/>
          </a:blip>
          <a:srcRect/>
          <a:stretch/>
        </p:blipFill>
        <p:spPr>
          <a:xfrm>
            <a:off x="188417" y="278330"/>
            <a:ext cx="1042958" cy="360863"/>
          </a:xfrm>
          <a:prstGeom prst="rect">
            <a:avLst/>
          </a:prstGeom>
          <a:noFill/>
          <a:ln>
            <a:noFill/>
          </a:ln>
        </p:spPr>
      </p:pic>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246"/>
        <p:cNvGrpSpPr/>
        <p:nvPr/>
      </p:nvGrpSpPr>
      <p:grpSpPr>
        <a:xfrm>
          <a:off x="0" y="0"/>
          <a:ext cx="0" cy="0"/>
          <a:chOff x="0" y="0"/>
          <a:chExt cx="0" cy="0"/>
        </a:xfrm>
      </p:grpSpPr>
      <p:sp>
        <p:nvSpPr>
          <p:cNvPr id="247" name="Google Shape;247;p43"/>
          <p:cNvSpPr>
            <a:spLocks noGrp="1"/>
          </p:cNvSpPr>
          <p:nvPr>
            <p:ph type="pic" idx="2"/>
          </p:nvPr>
        </p:nvSpPr>
        <p:spPr>
          <a:xfrm>
            <a:off x="0" y="0"/>
            <a:ext cx="12192000" cy="6858000"/>
          </a:xfrm>
          <a:prstGeom prst="rect">
            <a:avLst/>
          </a:prstGeom>
          <a:noFill/>
          <a:ln>
            <a:noFill/>
          </a:ln>
        </p:spPr>
      </p:sp>
      <p:sp>
        <p:nvSpPr>
          <p:cNvPr id="248" name="Google Shape;248;p43"/>
          <p:cNvSpPr txBox="1">
            <a:spLocks noGrp="1"/>
          </p:cNvSpPr>
          <p:nvPr>
            <p:ph type="sldNum" idx="12"/>
          </p:nvPr>
        </p:nvSpPr>
        <p:spPr>
          <a:xfrm>
            <a:off x="9661793" y="6246564"/>
            <a:ext cx="2286918" cy="397793"/>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Arial"/>
                <a:ea typeface="Arial"/>
                <a:cs typeface="Arial"/>
                <a:sym typeface="Arial"/>
              </a:defRPr>
            </a:lvl1pPr>
            <a:lvl2pPr marL="0" marR="0" lvl="1" indent="0" algn="r" rtl="0">
              <a:spcBef>
                <a:spcPts val="0"/>
              </a:spcBef>
              <a:buNone/>
              <a:defRPr sz="1200" b="0" i="0" u="none" strike="noStrike" cap="none">
                <a:solidFill>
                  <a:srgbClr val="888888"/>
                </a:solidFill>
                <a:latin typeface="Arial"/>
                <a:ea typeface="Arial"/>
                <a:cs typeface="Arial"/>
                <a:sym typeface="Arial"/>
              </a:defRPr>
            </a:lvl2pPr>
            <a:lvl3pPr marL="0" marR="0" lvl="2" indent="0" algn="r" rtl="0">
              <a:spcBef>
                <a:spcPts val="0"/>
              </a:spcBef>
              <a:buNone/>
              <a:defRPr sz="1200" b="0" i="0" u="none" strike="noStrike" cap="none">
                <a:solidFill>
                  <a:srgbClr val="888888"/>
                </a:solidFill>
                <a:latin typeface="Arial"/>
                <a:ea typeface="Arial"/>
                <a:cs typeface="Arial"/>
                <a:sym typeface="Arial"/>
              </a:defRPr>
            </a:lvl3pPr>
            <a:lvl4pPr marL="0" marR="0" lvl="3" indent="0" algn="r" rtl="0">
              <a:spcBef>
                <a:spcPts val="0"/>
              </a:spcBef>
              <a:buNone/>
              <a:defRPr sz="1200" b="0" i="0" u="none" strike="noStrike" cap="none">
                <a:solidFill>
                  <a:srgbClr val="888888"/>
                </a:solidFill>
                <a:latin typeface="Arial"/>
                <a:ea typeface="Arial"/>
                <a:cs typeface="Arial"/>
                <a:sym typeface="Arial"/>
              </a:defRPr>
            </a:lvl4pPr>
            <a:lvl5pPr marL="0" marR="0" lvl="4" indent="0" algn="r" rtl="0">
              <a:spcBef>
                <a:spcPts val="0"/>
              </a:spcBef>
              <a:buNone/>
              <a:defRPr sz="1200" b="0" i="0" u="none" strike="noStrike" cap="none">
                <a:solidFill>
                  <a:srgbClr val="888888"/>
                </a:solidFill>
                <a:latin typeface="Arial"/>
                <a:ea typeface="Arial"/>
                <a:cs typeface="Arial"/>
                <a:sym typeface="Arial"/>
              </a:defRPr>
            </a:lvl5pPr>
            <a:lvl6pPr marL="0" marR="0" lvl="5" indent="0" algn="r" rtl="0">
              <a:spcBef>
                <a:spcPts val="0"/>
              </a:spcBef>
              <a:buNone/>
              <a:defRPr sz="1200" b="0" i="0" u="none" strike="noStrike" cap="none">
                <a:solidFill>
                  <a:srgbClr val="888888"/>
                </a:solidFill>
                <a:latin typeface="Arial"/>
                <a:ea typeface="Arial"/>
                <a:cs typeface="Arial"/>
                <a:sym typeface="Arial"/>
              </a:defRPr>
            </a:lvl6pPr>
            <a:lvl7pPr marL="0" marR="0" lvl="6" indent="0" algn="r" rtl="0">
              <a:spcBef>
                <a:spcPts val="0"/>
              </a:spcBef>
              <a:buNone/>
              <a:defRPr sz="1200" b="0" i="0" u="none" strike="noStrike" cap="none">
                <a:solidFill>
                  <a:srgbClr val="888888"/>
                </a:solidFill>
                <a:latin typeface="Arial"/>
                <a:ea typeface="Arial"/>
                <a:cs typeface="Arial"/>
                <a:sym typeface="Arial"/>
              </a:defRPr>
            </a:lvl7pPr>
            <a:lvl8pPr marL="0" marR="0" lvl="7" indent="0" algn="r" rtl="0">
              <a:spcBef>
                <a:spcPts val="0"/>
              </a:spcBef>
              <a:buNone/>
              <a:defRPr sz="1200" b="0" i="0" u="none" strike="noStrike" cap="none">
                <a:solidFill>
                  <a:srgbClr val="888888"/>
                </a:solidFill>
                <a:latin typeface="Arial"/>
                <a:ea typeface="Arial"/>
                <a:cs typeface="Arial"/>
                <a:sym typeface="Arial"/>
              </a:defRPr>
            </a:lvl8pPr>
            <a:lvl9pPr marL="0" marR="0" lvl="8" indent="0" algn="r" rtl="0">
              <a:spcBef>
                <a:spcPts val="0"/>
              </a:spcBef>
              <a:buNone/>
              <a:defRPr sz="12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p1" descr="https://www.freecodecamp.org/news/content/images/2021/12/chris-ried-ieic5Tq8YMk-unsplash.jpg"/>
          <p:cNvPicPr preferRelativeResize="0">
            <a:picLocks noGrp="1"/>
          </p:cNvPicPr>
          <p:nvPr>
            <p:ph type="pic" idx="2"/>
          </p:nvPr>
        </p:nvPicPr>
        <p:blipFill rotWithShape="1">
          <a:blip r:embed="rId3">
            <a:alphaModFix/>
          </a:blip>
          <a:srcRect t="12207" b="12207"/>
          <a:stretch/>
        </p:blipFill>
        <p:spPr>
          <a:xfrm>
            <a:off x="0" y="3038"/>
            <a:ext cx="12215492" cy="6165006"/>
          </a:xfrm>
          <a:prstGeom prst="rect">
            <a:avLst/>
          </a:prstGeom>
          <a:noFill/>
          <a:ln>
            <a:noFill/>
          </a:ln>
        </p:spPr>
      </p:pic>
      <p:sp>
        <p:nvSpPr>
          <p:cNvPr id="254" name="Google Shape;254;p1"/>
          <p:cNvSpPr/>
          <p:nvPr/>
        </p:nvSpPr>
        <p:spPr>
          <a:xfrm rot="10800000">
            <a:off x="0" y="350877"/>
            <a:ext cx="12215492" cy="5968482"/>
          </a:xfrm>
          <a:custGeom>
            <a:avLst/>
            <a:gdLst/>
            <a:ahLst/>
            <a:cxnLst/>
            <a:rect l="l" t="t" r="r" b="b"/>
            <a:pathLst>
              <a:path w="12182856" h="4967020" extrusionOk="0">
                <a:moveTo>
                  <a:pt x="0" y="4617143"/>
                </a:moveTo>
                <a:lnTo>
                  <a:pt x="0" y="0"/>
                </a:lnTo>
                <a:lnTo>
                  <a:pt x="12182856" y="0"/>
                </a:lnTo>
                <a:cubicBezTo>
                  <a:pt x="12182856" y="0"/>
                  <a:pt x="12068571" y="3245714"/>
                  <a:pt x="8045714" y="2445714"/>
                </a:cubicBezTo>
                <a:cubicBezTo>
                  <a:pt x="4022857" y="1645714"/>
                  <a:pt x="4068571" y="6240000"/>
                  <a:pt x="0" y="4617143"/>
                </a:cubicBezTo>
                <a:close/>
              </a:path>
            </a:pathLst>
          </a:custGeom>
          <a:solidFill>
            <a:srgbClr val="00B0F0"/>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nvGrpSpPr>
          <p:cNvPr id="255" name="Google Shape;255;p1"/>
          <p:cNvGrpSpPr/>
          <p:nvPr/>
        </p:nvGrpSpPr>
        <p:grpSpPr>
          <a:xfrm>
            <a:off x="0" y="1019481"/>
            <a:ext cx="12215492" cy="5848351"/>
            <a:chOff x="0" y="1009649"/>
            <a:chExt cx="12192000" cy="5848351"/>
          </a:xfrm>
        </p:grpSpPr>
        <p:sp>
          <p:nvSpPr>
            <p:cNvPr id="256" name="Google Shape;256;p1"/>
            <p:cNvSpPr/>
            <p:nvPr/>
          </p:nvSpPr>
          <p:spPr>
            <a:xfrm rot="10800000">
              <a:off x="0" y="1009649"/>
              <a:ext cx="12192000" cy="5309709"/>
            </a:xfrm>
            <a:custGeom>
              <a:avLst/>
              <a:gdLst/>
              <a:ahLst/>
              <a:cxnLst/>
              <a:rect l="l" t="t" r="r" b="b"/>
              <a:pathLst>
                <a:path w="12182856" h="4967020" extrusionOk="0">
                  <a:moveTo>
                    <a:pt x="0" y="4617143"/>
                  </a:moveTo>
                  <a:lnTo>
                    <a:pt x="0" y="0"/>
                  </a:lnTo>
                  <a:lnTo>
                    <a:pt x="12182856" y="0"/>
                  </a:lnTo>
                  <a:cubicBezTo>
                    <a:pt x="12182856" y="0"/>
                    <a:pt x="12068571" y="3245714"/>
                    <a:pt x="8045714" y="2445714"/>
                  </a:cubicBezTo>
                  <a:cubicBezTo>
                    <a:pt x="4022857" y="1645714"/>
                    <a:pt x="4068571" y="6240000"/>
                    <a:pt x="0" y="4617143"/>
                  </a:cubicBezTo>
                  <a:close/>
                </a:path>
              </a:pathLst>
            </a:custGeom>
            <a:solidFill>
              <a:srgbClr val="003399"/>
            </a:solidFill>
            <a:ln>
              <a:noFill/>
            </a:ln>
          </p:spPr>
          <p:txBody>
            <a:bodyPr spcFirstLastPara="1" wrap="square" lIns="91425" tIns="45700" rIns="91425" bIns="45700" anchor="ctr" anchorCtr="0">
              <a:noAutofit/>
            </a:bodyPr>
            <a:lstStyle/>
            <a:p>
              <a:pPr marL="0" marR="0" lvl="0" indent="0" algn="just"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7" name="Google Shape;257;p1"/>
            <p:cNvSpPr/>
            <p:nvPr/>
          </p:nvSpPr>
          <p:spPr>
            <a:xfrm>
              <a:off x="0" y="6029162"/>
              <a:ext cx="12192000" cy="828838"/>
            </a:xfrm>
            <a:prstGeom prst="rect">
              <a:avLst/>
            </a:prstGeom>
            <a:solidFill>
              <a:srgbClr val="00339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grpSp>
        <p:nvGrpSpPr>
          <p:cNvPr id="258" name="Google Shape;258;p1"/>
          <p:cNvGrpSpPr/>
          <p:nvPr/>
        </p:nvGrpSpPr>
        <p:grpSpPr>
          <a:xfrm>
            <a:off x="10188150" y="2136618"/>
            <a:ext cx="923430" cy="1158126"/>
            <a:chOff x="9174480" y="2522220"/>
            <a:chExt cx="1173480" cy="1471728"/>
          </a:xfrm>
        </p:grpSpPr>
        <p:sp>
          <p:nvSpPr>
            <p:cNvPr id="259" name="Google Shape;259;p1"/>
            <p:cNvSpPr/>
            <p:nvPr/>
          </p:nvSpPr>
          <p:spPr>
            <a:xfrm>
              <a:off x="9174480" y="2522220"/>
              <a:ext cx="167640" cy="167640"/>
            </a:xfrm>
            <a:prstGeom prst="ellipse">
              <a:avLst/>
            </a:prstGeom>
            <a:solidFill>
              <a:schemeClr val="lt1">
                <a:alpha val="3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0" name="Google Shape;260;p1"/>
            <p:cNvSpPr/>
            <p:nvPr/>
          </p:nvSpPr>
          <p:spPr>
            <a:xfrm>
              <a:off x="9677400" y="2522220"/>
              <a:ext cx="167640" cy="167640"/>
            </a:xfrm>
            <a:prstGeom prst="ellipse">
              <a:avLst/>
            </a:prstGeom>
            <a:solidFill>
              <a:schemeClr val="lt1">
                <a:alpha val="3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1" name="Google Shape;261;p1"/>
            <p:cNvSpPr/>
            <p:nvPr/>
          </p:nvSpPr>
          <p:spPr>
            <a:xfrm>
              <a:off x="10180320" y="2522220"/>
              <a:ext cx="167640" cy="167640"/>
            </a:xfrm>
            <a:prstGeom prst="ellipse">
              <a:avLst/>
            </a:prstGeom>
            <a:solidFill>
              <a:schemeClr val="lt1">
                <a:alpha val="3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2" name="Google Shape;262;p1"/>
            <p:cNvSpPr/>
            <p:nvPr/>
          </p:nvSpPr>
          <p:spPr>
            <a:xfrm>
              <a:off x="9174480" y="2956916"/>
              <a:ext cx="167640" cy="167640"/>
            </a:xfrm>
            <a:prstGeom prst="ellipse">
              <a:avLst/>
            </a:prstGeom>
            <a:solidFill>
              <a:schemeClr val="lt1">
                <a:alpha val="3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3" name="Google Shape;263;p1"/>
            <p:cNvSpPr/>
            <p:nvPr/>
          </p:nvSpPr>
          <p:spPr>
            <a:xfrm>
              <a:off x="9677400" y="2956916"/>
              <a:ext cx="167640" cy="167640"/>
            </a:xfrm>
            <a:prstGeom prst="ellipse">
              <a:avLst/>
            </a:prstGeom>
            <a:solidFill>
              <a:schemeClr val="lt1">
                <a:alpha val="3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4" name="Google Shape;264;p1"/>
            <p:cNvSpPr/>
            <p:nvPr/>
          </p:nvSpPr>
          <p:spPr>
            <a:xfrm>
              <a:off x="10180320" y="2956916"/>
              <a:ext cx="167640" cy="167640"/>
            </a:xfrm>
            <a:prstGeom prst="ellipse">
              <a:avLst/>
            </a:prstGeom>
            <a:solidFill>
              <a:schemeClr val="lt1">
                <a:alpha val="3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5" name="Google Shape;265;p1"/>
            <p:cNvSpPr/>
            <p:nvPr/>
          </p:nvSpPr>
          <p:spPr>
            <a:xfrm>
              <a:off x="9174480" y="3391612"/>
              <a:ext cx="167640" cy="167640"/>
            </a:xfrm>
            <a:prstGeom prst="ellipse">
              <a:avLst/>
            </a:prstGeom>
            <a:solidFill>
              <a:schemeClr val="lt1">
                <a:alpha val="3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6" name="Google Shape;266;p1"/>
            <p:cNvSpPr/>
            <p:nvPr/>
          </p:nvSpPr>
          <p:spPr>
            <a:xfrm>
              <a:off x="9677400" y="3391612"/>
              <a:ext cx="167640" cy="167640"/>
            </a:xfrm>
            <a:prstGeom prst="ellipse">
              <a:avLst/>
            </a:prstGeom>
            <a:solidFill>
              <a:schemeClr val="lt1">
                <a:alpha val="3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7" name="Google Shape;267;p1"/>
            <p:cNvSpPr/>
            <p:nvPr/>
          </p:nvSpPr>
          <p:spPr>
            <a:xfrm>
              <a:off x="10180320" y="3391612"/>
              <a:ext cx="167640" cy="167640"/>
            </a:xfrm>
            <a:prstGeom prst="ellipse">
              <a:avLst/>
            </a:prstGeom>
            <a:solidFill>
              <a:schemeClr val="lt1">
                <a:alpha val="3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8" name="Google Shape;268;p1"/>
            <p:cNvSpPr/>
            <p:nvPr/>
          </p:nvSpPr>
          <p:spPr>
            <a:xfrm>
              <a:off x="9174480" y="3826308"/>
              <a:ext cx="167640" cy="167640"/>
            </a:xfrm>
            <a:prstGeom prst="ellipse">
              <a:avLst/>
            </a:prstGeom>
            <a:solidFill>
              <a:schemeClr val="lt1">
                <a:alpha val="3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9" name="Google Shape;269;p1"/>
            <p:cNvSpPr/>
            <p:nvPr/>
          </p:nvSpPr>
          <p:spPr>
            <a:xfrm>
              <a:off x="9677400" y="3826308"/>
              <a:ext cx="167640" cy="167640"/>
            </a:xfrm>
            <a:prstGeom prst="ellipse">
              <a:avLst/>
            </a:prstGeom>
            <a:solidFill>
              <a:schemeClr val="lt1">
                <a:alpha val="3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0" name="Google Shape;270;p1"/>
            <p:cNvSpPr/>
            <p:nvPr/>
          </p:nvSpPr>
          <p:spPr>
            <a:xfrm>
              <a:off x="10180320" y="3826308"/>
              <a:ext cx="167640" cy="167640"/>
            </a:xfrm>
            <a:prstGeom prst="ellipse">
              <a:avLst/>
            </a:prstGeom>
            <a:solidFill>
              <a:schemeClr val="lt1">
                <a:alpha val="3372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grpSp>
      <p:cxnSp>
        <p:nvCxnSpPr>
          <p:cNvPr id="271" name="Google Shape;271;p1"/>
          <p:cNvCxnSpPr/>
          <p:nvPr/>
        </p:nvCxnSpPr>
        <p:spPr>
          <a:xfrm flipH="1">
            <a:off x="8112750" y="4536586"/>
            <a:ext cx="9758" cy="1212306"/>
          </a:xfrm>
          <a:prstGeom prst="straightConnector1">
            <a:avLst/>
          </a:prstGeom>
          <a:noFill/>
          <a:ln w="38100" cap="flat" cmpd="sng">
            <a:solidFill>
              <a:srgbClr val="E6E6E6">
                <a:alpha val="49803"/>
              </a:srgbClr>
            </a:solidFill>
            <a:prstDash val="solid"/>
            <a:miter lim="800000"/>
            <a:headEnd type="none" w="sm" len="sm"/>
            <a:tailEnd type="none" w="sm" len="sm"/>
          </a:ln>
        </p:spPr>
      </p:cxnSp>
      <p:pic>
        <p:nvPicPr>
          <p:cNvPr id="272" name="Google Shape;272;p1" descr="A picture containing text, clipart&#10;&#10;Description automatically generated"/>
          <p:cNvPicPr preferRelativeResize="0"/>
          <p:nvPr/>
        </p:nvPicPr>
        <p:blipFill rotWithShape="1">
          <a:blip r:embed="rId4">
            <a:alphaModFix/>
          </a:blip>
          <a:srcRect/>
          <a:stretch/>
        </p:blipFill>
        <p:spPr>
          <a:xfrm>
            <a:off x="9013145" y="4828015"/>
            <a:ext cx="1430187" cy="494845"/>
          </a:xfrm>
          <a:prstGeom prst="rect">
            <a:avLst/>
          </a:prstGeom>
          <a:noFill/>
          <a:ln>
            <a:noFill/>
          </a:ln>
        </p:spPr>
      </p:pic>
      <p:sp>
        <p:nvSpPr>
          <p:cNvPr id="273" name="Google Shape;273;p1"/>
          <p:cNvSpPr txBox="1"/>
          <p:nvPr/>
        </p:nvSpPr>
        <p:spPr>
          <a:xfrm>
            <a:off x="833413" y="4721494"/>
            <a:ext cx="7966121" cy="1661953"/>
          </a:xfrm>
          <a:prstGeom prst="rect">
            <a:avLst/>
          </a:prstGeom>
          <a:noFill/>
          <a:ln>
            <a:noFill/>
          </a:ln>
        </p:spPr>
        <p:txBody>
          <a:bodyPr spcFirstLastPara="1" wrap="square" lIns="91425" tIns="45700" rIns="91425" bIns="45700" anchor="t" anchorCtr="0">
            <a:spAutoFit/>
          </a:bodyPr>
          <a:lstStyle/>
          <a:p>
            <a:pPr marL="0" marR="0" lvl="0" indent="0" rtl="0">
              <a:spcBef>
                <a:spcPts val="0"/>
              </a:spcBef>
              <a:spcAft>
                <a:spcPts val="0"/>
              </a:spcAft>
              <a:buNone/>
            </a:pPr>
            <a:r>
              <a:rPr lang="en-US" sz="3400" b="1" i="0" u="none" strike="noStrike" cap="none" dirty="0">
                <a:solidFill>
                  <a:schemeClr val="lt1"/>
                </a:solidFill>
                <a:latin typeface="Trebuchet MS"/>
                <a:ea typeface="Trebuchet MS"/>
                <a:cs typeface="Trebuchet MS"/>
                <a:sym typeface="Trebuchet MS"/>
              </a:rPr>
              <a:t>Week-1 Assignment</a:t>
            </a:r>
            <a:br>
              <a:rPr lang="en-US" sz="3400" b="1" i="0" u="none" strike="noStrike" cap="none" dirty="0">
                <a:solidFill>
                  <a:schemeClr val="lt1"/>
                </a:solidFill>
                <a:latin typeface="Trebuchet MS"/>
                <a:ea typeface="Trebuchet MS"/>
                <a:cs typeface="Trebuchet MS"/>
                <a:sym typeface="Trebuchet MS"/>
              </a:rPr>
            </a:br>
            <a:r>
              <a:rPr lang="en-US" sz="3400" b="1" i="0" u="none" strike="noStrike" cap="none" dirty="0">
                <a:solidFill>
                  <a:schemeClr val="lt1"/>
                </a:solidFill>
                <a:latin typeface="Trebuchet MS"/>
                <a:ea typeface="Trebuchet MS"/>
                <a:cs typeface="Trebuchet MS"/>
                <a:sym typeface="Trebuchet MS"/>
              </a:rPr>
              <a:t>By </a:t>
            </a:r>
            <a:r>
              <a:rPr lang="en-US" sz="3400" b="1" dirty="0">
                <a:solidFill>
                  <a:schemeClr val="lt1"/>
                </a:solidFill>
                <a:latin typeface="Trebuchet MS"/>
                <a:ea typeface="Trebuchet MS"/>
                <a:cs typeface="Trebuchet MS"/>
                <a:sym typeface="Trebuchet MS"/>
              </a:rPr>
              <a:t>Viswajith PS</a:t>
            </a:r>
            <a:endParaRPr lang="en-US" sz="3400" b="1" i="0" u="none" strike="noStrike" cap="none" dirty="0">
              <a:solidFill>
                <a:schemeClr val="lt1"/>
              </a:solidFill>
              <a:latin typeface="Trebuchet MS"/>
              <a:ea typeface="Trebuchet MS"/>
              <a:cs typeface="Trebuchet MS"/>
              <a:sym typeface="Trebuchet MS"/>
            </a:endParaRPr>
          </a:p>
          <a:p>
            <a:pPr marL="0" marR="0" lvl="0" indent="0" rtl="0">
              <a:spcBef>
                <a:spcPts val="0"/>
              </a:spcBef>
              <a:spcAft>
                <a:spcPts val="0"/>
              </a:spcAft>
              <a:buNone/>
            </a:pPr>
            <a:r>
              <a:rPr lang="en-US" sz="3400" b="1" i="0" u="none" strike="noStrike" cap="none" dirty="0">
                <a:solidFill>
                  <a:schemeClr val="lt1"/>
                </a:solidFill>
                <a:latin typeface="Trebuchet MS"/>
                <a:ea typeface="Trebuchet MS"/>
                <a:cs typeface="Trebuchet MS"/>
                <a:sym typeface="Trebuchet MS"/>
              </a:rPr>
              <a:t>12217268</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77"/>
        <p:cNvGrpSpPr/>
        <p:nvPr/>
      </p:nvGrpSpPr>
      <p:grpSpPr>
        <a:xfrm>
          <a:off x="0" y="0"/>
          <a:ext cx="0" cy="0"/>
          <a:chOff x="0" y="0"/>
          <a:chExt cx="0" cy="0"/>
        </a:xfrm>
      </p:grpSpPr>
      <p:sp>
        <p:nvSpPr>
          <p:cNvPr id="278" name="Google Shape;278;p2"/>
          <p:cNvSpPr/>
          <p:nvPr/>
        </p:nvSpPr>
        <p:spPr>
          <a:xfrm>
            <a:off x="2" y="0"/>
            <a:ext cx="12191997"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0" i="0" u="none" strike="noStrike" cap="none">
                <a:solidFill>
                  <a:schemeClr val="lt1"/>
                </a:solidFill>
                <a:latin typeface="Calibri"/>
                <a:ea typeface="Calibri"/>
                <a:cs typeface="Calibri"/>
                <a:sym typeface="Calibri"/>
              </a:rPr>
              <a:t>B</a:t>
            </a:r>
            <a:endParaRPr sz="1800" b="0" i="0" u="none" strike="noStrike" cap="none">
              <a:solidFill>
                <a:schemeClr val="lt1"/>
              </a:solidFill>
              <a:latin typeface="Calibri"/>
              <a:ea typeface="Calibri"/>
              <a:cs typeface="Calibri"/>
              <a:sym typeface="Calibri"/>
            </a:endParaRPr>
          </a:p>
        </p:txBody>
      </p:sp>
      <p:pic>
        <p:nvPicPr>
          <p:cNvPr id="279" name="Google Shape;279;p2" descr="Icon&#10;&#10;Description automatically generated"/>
          <p:cNvPicPr preferRelativeResize="0"/>
          <p:nvPr/>
        </p:nvPicPr>
        <p:blipFill rotWithShape="1">
          <a:blip r:embed="rId3">
            <a:alphaModFix/>
          </a:blip>
          <a:srcRect/>
          <a:stretch/>
        </p:blipFill>
        <p:spPr>
          <a:xfrm>
            <a:off x="316820" y="186611"/>
            <a:ext cx="1002385" cy="346825"/>
          </a:xfrm>
          <a:prstGeom prst="rect">
            <a:avLst/>
          </a:prstGeom>
          <a:noFill/>
          <a:ln>
            <a:noFill/>
          </a:ln>
        </p:spPr>
      </p:pic>
      <p:sp>
        <p:nvSpPr>
          <p:cNvPr id="281" name="Google Shape;281;p2"/>
          <p:cNvSpPr txBox="1"/>
          <p:nvPr/>
        </p:nvSpPr>
        <p:spPr>
          <a:xfrm>
            <a:off x="1134411" y="666819"/>
            <a:ext cx="7371725"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600" b="1" i="0" u="none" strike="noStrike" cap="none" dirty="0">
                <a:solidFill>
                  <a:srgbClr val="003399"/>
                </a:solidFill>
                <a:latin typeface="Trebuchet MS"/>
                <a:ea typeface="Trebuchet MS"/>
                <a:cs typeface="Trebuchet MS"/>
                <a:sym typeface="Trebuchet MS"/>
              </a:rPr>
              <a:t>SQL Week-1 Assignment</a:t>
            </a:r>
            <a:endParaRPr sz="3600" b="1" i="0" u="none" strike="noStrike" cap="none" dirty="0">
              <a:solidFill>
                <a:srgbClr val="003399"/>
              </a:solidFill>
              <a:latin typeface="Trebuchet MS"/>
              <a:ea typeface="Trebuchet MS"/>
              <a:cs typeface="Trebuchet MS"/>
              <a:sym typeface="Trebuchet MS"/>
            </a:endParaRPr>
          </a:p>
          <a:p>
            <a:pPr marL="0" marR="0" lvl="0" indent="0" algn="l" rtl="0">
              <a:spcBef>
                <a:spcPts val="0"/>
              </a:spcBef>
              <a:spcAft>
                <a:spcPts val="0"/>
              </a:spcAft>
              <a:buNone/>
            </a:pPr>
            <a:endParaRPr sz="3600" b="1" i="0" u="none" strike="noStrike" cap="none" dirty="0">
              <a:solidFill>
                <a:srgbClr val="003399"/>
              </a:solidFill>
              <a:latin typeface="Trebuchet MS"/>
              <a:ea typeface="Trebuchet MS"/>
              <a:cs typeface="Trebuchet MS"/>
              <a:sym typeface="Trebuchet MS"/>
            </a:endParaRPr>
          </a:p>
        </p:txBody>
      </p:sp>
      <p:cxnSp>
        <p:nvCxnSpPr>
          <p:cNvPr id="282" name="Google Shape;282;p2"/>
          <p:cNvCxnSpPr/>
          <p:nvPr/>
        </p:nvCxnSpPr>
        <p:spPr>
          <a:xfrm>
            <a:off x="1319205" y="1350697"/>
            <a:ext cx="939800" cy="0"/>
          </a:xfrm>
          <a:prstGeom prst="straightConnector1">
            <a:avLst/>
          </a:prstGeom>
          <a:noFill/>
          <a:ln w="47625" cap="flat" cmpd="sng">
            <a:solidFill>
              <a:srgbClr val="FF9933"/>
            </a:solidFill>
            <a:prstDash val="solid"/>
            <a:miter lim="800000"/>
            <a:headEnd type="none" w="sm" len="sm"/>
            <a:tailEnd type="none" w="sm" len="sm"/>
          </a:ln>
        </p:spPr>
      </p:cxnSp>
      <p:sp>
        <p:nvSpPr>
          <p:cNvPr id="284" name="Google Shape;284;p2"/>
          <p:cNvSpPr txBox="1"/>
          <p:nvPr/>
        </p:nvSpPr>
        <p:spPr>
          <a:xfrm>
            <a:off x="886413" y="1574780"/>
            <a:ext cx="7571231" cy="584735"/>
          </a:xfrm>
          <a:prstGeom prst="rect">
            <a:avLst/>
          </a:prstGeom>
          <a:noFill/>
          <a:ln>
            <a:noFill/>
          </a:ln>
        </p:spPr>
        <p:txBody>
          <a:bodyPr spcFirstLastPara="1" wrap="square" lIns="91425" tIns="45700" rIns="91425" bIns="45700" anchor="t" anchorCtr="0">
            <a:spAutoFit/>
          </a:bodyPr>
          <a:lstStyle/>
          <a:p>
            <a:r>
              <a:rPr lang="en-US" sz="1600" dirty="0">
                <a:solidFill>
                  <a:schemeClr val="dk1"/>
                </a:solidFill>
                <a:latin typeface="Trebuchet MS" panose="020B0603020202020204" pitchFamily="34" charset="0"/>
                <a:ea typeface="Trebuchet MS"/>
                <a:cs typeface="Trebuchet MS"/>
                <a:sym typeface="Trebuchet MS"/>
              </a:rPr>
              <a:t>Q1.</a:t>
            </a:r>
            <a:r>
              <a:rPr lang="en-US" sz="1600" b="1" dirty="0">
                <a:latin typeface="Trebuchet MS" panose="020B0603020202020204" pitchFamily="34" charset="0"/>
              </a:rPr>
              <a:t> Return student name and the country they belong to</a:t>
            </a:r>
            <a:endParaRPr lang="en-US" sz="1600" dirty="0">
              <a:latin typeface="Trebuchet MS" panose="020B0603020202020204" pitchFamily="34" charset="0"/>
            </a:endParaRPr>
          </a:p>
          <a:p>
            <a:pPr marL="0" marR="0" lvl="0" indent="0" algn="l" rtl="0">
              <a:spcBef>
                <a:spcPts val="0"/>
              </a:spcBef>
              <a:spcAft>
                <a:spcPts val="0"/>
              </a:spcAft>
              <a:buNone/>
            </a:pPr>
            <a:endParaRPr lang="en-US" sz="1600" dirty="0">
              <a:solidFill>
                <a:schemeClr val="dk1"/>
              </a:solidFill>
              <a:latin typeface="Trebuchet MS" panose="020B0603020202020204" pitchFamily="34" charset="0"/>
              <a:ea typeface="Trebuchet MS"/>
              <a:cs typeface="Trebuchet MS"/>
              <a:sym typeface="Trebuchet MS"/>
            </a:endParaRPr>
          </a:p>
        </p:txBody>
      </p:sp>
      <p:pic>
        <p:nvPicPr>
          <p:cNvPr id="4" name="Picture 3">
            <a:extLst>
              <a:ext uri="{FF2B5EF4-FFF2-40B4-BE49-F238E27FC236}">
                <a16:creationId xmlns:a16="http://schemas.microsoft.com/office/drawing/2014/main" id="{FA195FCF-32E0-B98B-908C-0BF27B75194F}"/>
              </a:ext>
            </a:extLst>
          </p:cNvPr>
          <p:cNvPicPr>
            <a:picLocks noChangeAspect="1"/>
          </p:cNvPicPr>
          <p:nvPr/>
        </p:nvPicPr>
        <p:blipFill>
          <a:blip r:embed="rId4"/>
          <a:stretch>
            <a:fillRect/>
          </a:stretch>
        </p:blipFill>
        <p:spPr>
          <a:xfrm>
            <a:off x="1025701" y="1981117"/>
            <a:ext cx="10279886" cy="476291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89"/>
        <p:cNvGrpSpPr/>
        <p:nvPr/>
      </p:nvGrpSpPr>
      <p:grpSpPr>
        <a:xfrm>
          <a:off x="0" y="0"/>
          <a:ext cx="0" cy="0"/>
          <a:chOff x="0" y="0"/>
          <a:chExt cx="0" cy="0"/>
        </a:xfrm>
      </p:grpSpPr>
      <p:sp>
        <p:nvSpPr>
          <p:cNvPr id="292" name="Google Shape;292;p3"/>
          <p:cNvSpPr txBox="1"/>
          <p:nvPr/>
        </p:nvSpPr>
        <p:spPr>
          <a:xfrm>
            <a:off x="1134411" y="666819"/>
            <a:ext cx="7371725" cy="1200329"/>
          </a:xfrm>
          <a:prstGeom prst="rect">
            <a:avLst/>
          </a:prstGeom>
          <a:noFill/>
          <a:ln>
            <a:noFill/>
          </a:ln>
        </p:spPr>
        <p:txBody>
          <a:bodyPr spcFirstLastPara="1" wrap="square" lIns="91425" tIns="45700" rIns="91425" bIns="45700" anchor="t" anchorCtr="0">
            <a:spAutoFit/>
          </a:bodyPr>
          <a:lstStyle/>
          <a:p>
            <a:pPr lvl="0"/>
            <a:r>
              <a:rPr lang="en-IN" sz="3600" b="1" dirty="0">
                <a:solidFill>
                  <a:srgbClr val="003399"/>
                </a:solidFill>
                <a:latin typeface="Trebuchet MS"/>
                <a:ea typeface="Trebuchet MS"/>
                <a:cs typeface="Trebuchet MS"/>
                <a:sym typeface="Trebuchet MS"/>
              </a:rPr>
              <a:t>SQL Week-1 Assignment</a:t>
            </a:r>
          </a:p>
          <a:p>
            <a:pPr lvl="0"/>
            <a:endParaRPr lang="en-IN" sz="3600" b="1" dirty="0">
              <a:solidFill>
                <a:srgbClr val="003399"/>
              </a:solidFill>
              <a:latin typeface="Trebuchet MS"/>
              <a:ea typeface="Trebuchet MS"/>
              <a:cs typeface="Trebuchet MS"/>
              <a:sym typeface="Trebuchet MS"/>
            </a:endParaRPr>
          </a:p>
        </p:txBody>
      </p:sp>
      <p:cxnSp>
        <p:nvCxnSpPr>
          <p:cNvPr id="293" name="Google Shape;293;p3"/>
          <p:cNvCxnSpPr/>
          <p:nvPr/>
        </p:nvCxnSpPr>
        <p:spPr>
          <a:xfrm>
            <a:off x="1319205" y="1350697"/>
            <a:ext cx="939800" cy="0"/>
          </a:xfrm>
          <a:prstGeom prst="straightConnector1">
            <a:avLst/>
          </a:prstGeom>
          <a:noFill/>
          <a:ln w="47625" cap="flat" cmpd="sng">
            <a:solidFill>
              <a:srgbClr val="FF9933"/>
            </a:solidFill>
            <a:prstDash val="solid"/>
            <a:miter lim="800000"/>
            <a:headEnd type="none" w="sm" len="sm"/>
            <a:tailEnd type="none" w="sm" len="sm"/>
          </a:ln>
        </p:spPr>
      </p:cxnSp>
      <p:sp>
        <p:nvSpPr>
          <p:cNvPr id="294" name="Google Shape;294;p3"/>
          <p:cNvSpPr txBox="1"/>
          <p:nvPr/>
        </p:nvSpPr>
        <p:spPr>
          <a:xfrm>
            <a:off x="658368" y="1574780"/>
            <a:ext cx="7177486" cy="584735"/>
          </a:xfrm>
          <a:prstGeom prst="rect">
            <a:avLst/>
          </a:prstGeom>
          <a:noFill/>
          <a:ln>
            <a:noFill/>
          </a:ln>
        </p:spPr>
        <p:txBody>
          <a:bodyPr spcFirstLastPara="1" wrap="square" lIns="91425" tIns="45700" rIns="91425" bIns="45700" anchor="t" anchorCtr="0">
            <a:spAutoFit/>
          </a:bodyPr>
          <a:lstStyle/>
          <a:p>
            <a:r>
              <a:rPr lang="en-US" sz="1600" b="1" dirty="0">
                <a:latin typeface="Trebuchet MS" panose="020B0603020202020204" pitchFamily="34" charset="0"/>
              </a:rPr>
              <a:t>Q2</a:t>
            </a:r>
            <a:r>
              <a:rPr lang="en-US" sz="1600" b="1" dirty="0"/>
              <a:t>.List the student’s phone number belonging to the country “Kent”</a:t>
            </a:r>
            <a:endParaRPr lang="en-US" sz="1600" dirty="0"/>
          </a:p>
          <a:p>
            <a:pPr marL="0" marR="0" lvl="0" indent="0" algn="l" rtl="0">
              <a:spcBef>
                <a:spcPts val="0"/>
              </a:spcBef>
              <a:spcAft>
                <a:spcPts val="0"/>
              </a:spcAft>
              <a:buNone/>
            </a:pPr>
            <a:endParaRPr sz="1600" dirty="0">
              <a:solidFill>
                <a:schemeClr val="dk1"/>
              </a:solidFill>
              <a:latin typeface="Trebuchet MS"/>
              <a:ea typeface="Trebuchet MS"/>
              <a:cs typeface="Trebuchet MS"/>
              <a:sym typeface="Trebuchet MS"/>
            </a:endParaRPr>
          </a:p>
        </p:txBody>
      </p:sp>
      <p:pic>
        <p:nvPicPr>
          <p:cNvPr id="4" name="Picture 3">
            <a:extLst>
              <a:ext uri="{FF2B5EF4-FFF2-40B4-BE49-F238E27FC236}">
                <a16:creationId xmlns:a16="http://schemas.microsoft.com/office/drawing/2014/main" id="{578FFD34-6880-F8A0-3797-3541429D5299}"/>
              </a:ext>
            </a:extLst>
          </p:cNvPr>
          <p:cNvPicPr>
            <a:picLocks noChangeAspect="1"/>
          </p:cNvPicPr>
          <p:nvPr/>
        </p:nvPicPr>
        <p:blipFill>
          <a:blip r:embed="rId3"/>
          <a:stretch>
            <a:fillRect/>
          </a:stretch>
        </p:blipFill>
        <p:spPr>
          <a:xfrm>
            <a:off x="658368" y="2034576"/>
            <a:ext cx="9868440" cy="470194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2" name="Google Shape;302;p4"/>
          <p:cNvSpPr txBox="1"/>
          <p:nvPr/>
        </p:nvSpPr>
        <p:spPr>
          <a:xfrm>
            <a:off x="1134411" y="666819"/>
            <a:ext cx="7371725" cy="1200329"/>
          </a:xfrm>
          <a:prstGeom prst="rect">
            <a:avLst/>
          </a:prstGeom>
          <a:noFill/>
          <a:ln>
            <a:noFill/>
          </a:ln>
        </p:spPr>
        <p:txBody>
          <a:bodyPr spcFirstLastPara="1" wrap="square" lIns="91425" tIns="45700" rIns="91425" bIns="45700" anchor="t" anchorCtr="0">
            <a:spAutoFit/>
          </a:bodyPr>
          <a:lstStyle/>
          <a:p>
            <a:pPr lvl="0"/>
            <a:r>
              <a:rPr lang="en-IN" sz="3600" b="1" dirty="0">
                <a:solidFill>
                  <a:srgbClr val="003399"/>
                </a:solidFill>
                <a:latin typeface="Trebuchet MS"/>
                <a:ea typeface="Trebuchet MS"/>
                <a:cs typeface="Trebuchet MS"/>
                <a:sym typeface="Trebuchet MS"/>
              </a:rPr>
              <a:t>SQL Week-1 Assignment</a:t>
            </a:r>
          </a:p>
          <a:p>
            <a:pPr lvl="0"/>
            <a:endParaRPr lang="en-IN" sz="3600" b="1" dirty="0">
              <a:solidFill>
                <a:srgbClr val="003399"/>
              </a:solidFill>
              <a:latin typeface="Trebuchet MS"/>
              <a:ea typeface="Trebuchet MS"/>
              <a:cs typeface="Trebuchet MS"/>
              <a:sym typeface="Trebuchet MS"/>
            </a:endParaRPr>
          </a:p>
        </p:txBody>
      </p:sp>
      <p:cxnSp>
        <p:nvCxnSpPr>
          <p:cNvPr id="303" name="Google Shape;303;p4"/>
          <p:cNvCxnSpPr/>
          <p:nvPr/>
        </p:nvCxnSpPr>
        <p:spPr>
          <a:xfrm>
            <a:off x="1319205" y="1350697"/>
            <a:ext cx="939800" cy="0"/>
          </a:xfrm>
          <a:prstGeom prst="straightConnector1">
            <a:avLst/>
          </a:prstGeom>
          <a:noFill/>
          <a:ln w="47625" cap="flat" cmpd="sng">
            <a:solidFill>
              <a:srgbClr val="FF9933"/>
            </a:solidFill>
            <a:prstDash val="solid"/>
            <a:miter lim="800000"/>
            <a:headEnd type="none" w="sm" len="sm"/>
            <a:tailEnd type="none" w="sm" len="sm"/>
          </a:ln>
        </p:spPr>
      </p:cxnSp>
      <p:sp>
        <p:nvSpPr>
          <p:cNvPr id="304" name="Google Shape;304;p4"/>
          <p:cNvSpPr txBox="1"/>
          <p:nvPr/>
        </p:nvSpPr>
        <p:spPr>
          <a:xfrm>
            <a:off x="493776" y="1449841"/>
            <a:ext cx="7882128" cy="584735"/>
          </a:xfrm>
          <a:prstGeom prst="rect">
            <a:avLst/>
          </a:prstGeom>
          <a:noFill/>
          <a:ln>
            <a:noFill/>
          </a:ln>
        </p:spPr>
        <p:txBody>
          <a:bodyPr spcFirstLastPara="1" wrap="square" lIns="91425" tIns="45700" rIns="91425" bIns="45700" anchor="t" anchorCtr="0">
            <a:spAutoFit/>
          </a:bodyPr>
          <a:lstStyle/>
          <a:p>
            <a:r>
              <a:rPr lang="en-US" sz="1600" dirty="0">
                <a:solidFill>
                  <a:schemeClr val="dk1"/>
                </a:solidFill>
                <a:latin typeface="Trebuchet MS"/>
                <a:ea typeface="Trebuchet MS"/>
                <a:cs typeface="Trebuchet MS"/>
                <a:sym typeface="Trebuchet MS"/>
              </a:rPr>
              <a:t>Q3.</a:t>
            </a:r>
            <a:r>
              <a:rPr lang="en-US" b="1" dirty="0"/>
              <a:t> How many different schools have participated in this survey?</a:t>
            </a:r>
            <a:endParaRPr lang="en-US" dirty="0"/>
          </a:p>
          <a:p>
            <a:pPr marL="0" marR="0" lvl="0" indent="0" algn="l" rtl="0">
              <a:spcBef>
                <a:spcPts val="0"/>
              </a:spcBef>
              <a:spcAft>
                <a:spcPts val="0"/>
              </a:spcAft>
              <a:buNone/>
            </a:pPr>
            <a:endParaRPr sz="1600" dirty="0">
              <a:solidFill>
                <a:schemeClr val="dk1"/>
              </a:solidFill>
              <a:latin typeface="Trebuchet MS"/>
              <a:ea typeface="Trebuchet MS"/>
              <a:cs typeface="Trebuchet MS"/>
              <a:sym typeface="Trebuchet MS"/>
            </a:endParaRPr>
          </a:p>
        </p:txBody>
      </p:sp>
      <p:pic>
        <p:nvPicPr>
          <p:cNvPr id="4" name="Picture 3">
            <a:extLst>
              <a:ext uri="{FF2B5EF4-FFF2-40B4-BE49-F238E27FC236}">
                <a16:creationId xmlns:a16="http://schemas.microsoft.com/office/drawing/2014/main" id="{051A28E1-6DFA-2265-14A1-36FD5EA83049}"/>
              </a:ext>
            </a:extLst>
          </p:cNvPr>
          <p:cNvPicPr>
            <a:picLocks noChangeAspect="1"/>
          </p:cNvPicPr>
          <p:nvPr/>
        </p:nvPicPr>
        <p:blipFill>
          <a:blip r:embed="rId3"/>
          <a:stretch>
            <a:fillRect/>
          </a:stretch>
        </p:blipFill>
        <p:spPr>
          <a:xfrm>
            <a:off x="897881" y="2034576"/>
            <a:ext cx="9897938" cy="458001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1" name="Google Shape;311;p5"/>
          <p:cNvSpPr txBox="1"/>
          <p:nvPr/>
        </p:nvSpPr>
        <p:spPr>
          <a:xfrm>
            <a:off x="1134411" y="666819"/>
            <a:ext cx="7371725" cy="1200329"/>
          </a:xfrm>
          <a:prstGeom prst="rect">
            <a:avLst/>
          </a:prstGeom>
          <a:noFill/>
          <a:ln>
            <a:noFill/>
          </a:ln>
        </p:spPr>
        <p:txBody>
          <a:bodyPr spcFirstLastPara="1" wrap="square" lIns="91425" tIns="45700" rIns="91425" bIns="45700" anchor="t" anchorCtr="0">
            <a:spAutoFit/>
          </a:bodyPr>
          <a:lstStyle/>
          <a:p>
            <a:pPr lvl="0"/>
            <a:r>
              <a:rPr lang="en-IN" sz="3600" b="1" dirty="0">
                <a:solidFill>
                  <a:srgbClr val="003399"/>
                </a:solidFill>
                <a:latin typeface="Trebuchet MS"/>
                <a:ea typeface="Trebuchet MS"/>
                <a:cs typeface="Trebuchet MS"/>
                <a:sym typeface="Trebuchet MS"/>
              </a:rPr>
              <a:t>SQL Week-1 Assignment</a:t>
            </a:r>
          </a:p>
          <a:p>
            <a:pPr lvl="0"/>
            <a:endParaRPr lang="en-IN" sz="3600" b="1" dirty="0">
              <a:solidFill>
                <a:srgbClr val="003399"/>
              </a:solidFill>
              <a:latin typeface="Trebuchet MS"/>
              <a:ea typeface="Trebuchet MS"/>
              <a:cs typeface="Trebuchet MS"/>
              <a:sym typeface="Trebuchet MS"/>
            </a:endParaRPr>
          </a:p>
        </p:txBody>
      </p:sp>
      <p:cxnSp>
        <p:nvCxnSpPr>
          <p:cNvPr id="312" name="Google Shape;312;p5"/>
          <p:cNvCxnSpPr/>
          <p:nvPr/>
        </p:nvCxnSpPr>
        <p:spPr>
          <a:xfrm>
            <a:off x="1319205" y="1350697"/>
            <a:ext cx="939800" cy="0"/>
          </a:xfrm>
          <a:prstGeom prst="straightConnector1">
            <a:avLst/>
          </a:prstGeom>
          <a:noFill/>
          <a:ln w="47625" cap="flat" cmpd="sng">
            <a:solidFill>
              <a:srgbClr val="FF9933"/>
            </a:solidFill>
            <a:prstDash val="solid"/>
            <a:miter lim="800000"/>
            <a:headEnd type="none" w="sm" len="sm"/>
            <a:tailEnd type="none" w="sm" len="sm"/>
          </a:ln>
        </p:spPr>
      </p:cxnSp>
      <p:sp>
        <p:nvSpPr>
          <p:cNvPr id="313" name="Google Shape;313;p5"/>
          <p:cNvSpPr txBox="1"/>
          <p:nvPr/>
        </p:nvSpPr>
        <p:spPr>
          <a:xfrm>
            <a:off x="722376" y="1451670"/>
            <a:ext cx="8229998" cy="830956"/>
          </a:xfrm>
          <a:prstGeom prst="rect">
            <a:avLst/>
          </a:prstGeom>
          <a:noFill/>
          <a:ln>
            <a:noFill/>
          </a:ln>
        </p:spPr>
        <p:txBody>
          <a:bodyPr spcFirstLastPara="1" wrap="square" lIns="91425" tIns="45700" rIns="91425" bIns="45700" anchor="t" anchorCtr="0">
            <a:spAutoFit/>
          </a:bodyPr>
          <a:lstStyle/>
          <a:p>
            <a:r>
              <a:rPr lang="en-US" sz="1600" dirty="0">
                <a:solidFill>
                  <a:schemeClr val="dk1"/>
                </a:solidFill>
                <a:latin typeface="Trebuchet MS" panose="020B0603020202020204" pitchFamily="34" charset="0"/>
                <a:ea typeface="Trebuchet MS"/>
                <a:cs typeface="Trebuchet MS"/>
                <a:sym typeface="Trebuchet MS"/>
              </a:rPr>
              <a:t>Q4.</a:t>
            </a:r>
            <a:r>
              <a:rPr lang="en-US" sz="1600" b="1" dirty="0">
                <a:latin typeface="Trebuchet MS" panose="020B0603020202020204" pitchFamily="34" charset="0"/>
              </a:rPr>
              <a:t> Can you group the students country-wise and count the number of students coming from those different countries?</a:t>
            </a:r>
            <a:endParaRPr lang="en-US" sz="1600" dirty="0">
              <a:latin typeface="Trebuchet MS" panose="020B0603020202020204" pitchFamily="34" charset="0"/>
            </a:endParaRPr>
          </a:p>
          <a:p>
            <a:pPr marL="0" marR="0" lvl="0" indent="0" algn="l" rtl="0">
              <a:spcBef>
                <a:spcPts val="0"/>
              </a:spcBef>
              <a:spcAft>
                <a:spcPts val="0"/>
              </a:spcAft>
              <a:buNone/>
            </a:pPr>
            <a:endParaRPr sz="1600" dirty="0">
              <a:solidFill>
                <a:schemeClr val="dk1"/>
              </a:solidFill>
              <a:latin typeface="Trebuchet MS" panose="020B0603020202020204" pitchFamily="34" charset="0"/>
              <a:ea typeface="Trebuchet MS"/>
              <a:cs typeface="Trebuchet MS"/>
              <a:sym typeface="Trebuchet MS"/>
            </a:endParaRPr>
          </a:p>
        </p:txBody>
      </p:sp>
      <p:pic>
        <p:nvPicPr>
          <p:cNvPr id="4" name="Picture 3">
            <a:extLst>
              <a:ext uri="{FF2B5EF4-FFF2-40B4-BE49-F238E27FC236}">
                <a16:creationId xmlns:a16="http://schemas.microsoft.com/office/drawing/2014/main" id="{FC91BA6F-4E5F-DEC5-8F16-C6FECC0DEC31}"/>
              </a:ext>
            </a:extLst>
          </p:cNvPr>
          <p:cNvPicPr>
            <a:picLocks noChangeAspect="1"/>
          </p:cNvPicPr>
          <p:nvPr/>
        </p:nvPicPr>
        <p:blipFill>
          <a:blip r:embed="rId3"/>
          <a:stretch>
            <a:fillRect/>
          </a:stretch>
        </p:blipFill>
        <p:spPr>
          <a:xfrm>
            <a:off x="805582" y="2135549"/>
            <a:ext cx="10664042" cy="46105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9" name="Google Shape;319;p6"/>
          <p:cNvSpPr txBox="1"/>
          <p:nvPr/>
        </p:nvSpPr>
        <p:spPr>
          <a:xfrm>
            <a:off x="1134411" y="666819"/>
            <a:ext cx="7371725" cy="1200329"/>
          </a:xfrm>
          <a:prstGeom prst="rect">
            <a:avLst/>
          </a:prstGeom>
          <a:noFill/>
          <a:ln>
            <a:noFill/>
          </a:ln>
        </p:spPr>
        <p:txBody>
          <a:bodyPr spcFirstLastPara="1" wrap="square" lIns="91425" tIns="45700" rIns="91425" bIns="45700" anchor="t" anchorCtr="0">
            <a:spAutoFit/>
          </a:bodyPr>
          <a:lstStyle/>
          <a:p>
            <a:pPr lvl="0"/>
            <a:r>
              <a:rPr lang="en-IN" sz="3600" b="1" dirty="0">
                <a:solidFill>
                  <a:srgbClr val="003399"/>
                </a:solidFill>
                <a:latin typeface="Trebuchet MS"/>
                <a:ea typeface="Trebuchet MS"/>
                <a:cs typeface="Trebuchet MS"/>
                <a:sym typeface="Trebuchet MS"/>
              </a:rPr>
              <a:t>SQL Week-1 Assignment</a:t>
            </a:r>
          </a:p>
          <a:p>
            <a:pPr lvl="0"/>
            <a:endParaRPr lang="en-IN" sz="3600" b="1" dirty="0">
              <a:solidFill>
                <a:srgbClr val="003399"/>
              </a:solidFill>
              <a:latin typeface="Trebuchet MS"/>
              <a:ea typeface="Trebuchet MS"/>
              <a:cs typeface="Trebuchet MS"/>
              <a:sym typeface="Trebuchet MS"/>
            </a:endParaRPr>
          </a:p>
        </p:txBody>
      </p:sp>
      <p:cxnSp>
        <p:nvCxnSpPr>
          <p:cNvPr id="320" name="Google Shape;320;p6"/>
          <p:cNvCxnSpPr/>
          <p:nvPr/>
        </p:nvCxnSpPr>
        <p:spPr>
          <a:xfrm>
            <a:off x="1319205" y="1350697"/>
            <a:ext cx="939800" cy="0"/>
          </a:xfrm>
          <a:prstGeom prst="straightConnector1">
            <a:avLst/>
          </a:prstGeom>
          <a:noFill/>
          <a:ln w="47625" cap="flat" cmpd="sng">
            <a:solidFill>
              <a:srgbClr val="FF9933"/>
            </a:solidFill>
            <a:prstDash val="solid"/>
            <a:miter lim="800000"/>
            <a:headEnd type="none" w="sm" len="sm"/>
            <a:tailEnd type="none" w="sm" len="sm"/>
          </a:ln>
        </p:spPr>
      </p:cxnSp>
      <p:sp>
        <p:nvSpPr>
          <p:cNvPr id="321" name="Google Shape;321;p6"/>
          <p:cNvSpPr txBox="1"/>
          <p:nvPr/>
        </p:nvSpPr>
        <p:spPr>
          <a:xfrm>
            <a:off x="692426" y="1350697"/>
            <a:ext cx="6720286" cy="584735"/>
          </a:xfrm>
          <a:prstGeom prst="rect">
            <a:avLst/>
          </a:prstGeom>
          <a:noFill/>
          <a:ln>
            <a:noFill/>
          </a:ln>
        </p:spPr>
        <p:txBody>
          <a:bodyPr spcFirstLastPara="1" wrap="square" lIns="91425" tIns="45700" rIns="91425" bIns="45700" anchor="t" anchorCtr="0">
            <a:spAutoFit/>
          </a:bodyPr>
          <a:lstStyle/>
          <a:p>
            <a:r>
              <a:rPr lang="en-US" sz="1600" dirty="0">
                <a:solidFill>
                  <a:schemeClr val="dk1"/>
                </a:solidFill>
                <a:latin typeface="Trebuchet MS" panose="020B0603020202020204" pitchFamily="34" charset="0"/>
                <a:ea typeface="Trebuchet MS"/>
                <a:cs typeface="Trebuchet MS"/>
                <a:sym typeface="Trebuchet MS"/>
              </a:rPr>
              <a:t>Q5.</a:t>
            </a:r>
            <a:r>
              <a:rPr lang="en-US" sz="1600" b="1" dirty="0">
                <a:latin typeface="Trebuchet MS" panose="020B0603020202020204" pitchFamily="34" charset="0"/>
              </a:rPr>
              <a:t>Check if Same email/phone mapped to different students</a:t>
            </a:r>
            <a:endParaRPr lang="en-US" sz="1600" dirty="0">
              <a:latin typeface="Trebuchet MS" panose="020B0603020202020204" pitchFamily="34" charset="0"/>
            </a:endParaRPr>
          </a:p>
          <a:p>
            <a:pPr marL="0" marR="0" lvl="0" indent="0" algn="l" rtl="0">
              <a:spcBef>
                <a:spcPts val="0"/>
              </a:spcBef>
              <a:spcAft>
                <a:spcPts val="0"/>
              </a:spcAft>
              <a:buNone/>
            </a:pPr>
            <a:endParaRPr sz="1600" dirty="0">
              <a:solidFill>
                <a:schemeClr val="dk1"/>
              </a:solidFill>
              <a:latin typeface="Trebuchet MS" panose="020B0603020202020204" pitchFamily="34" charset="0"/>
              <a:ea typeface="Trebuchet MS"/>
              <a:cs typeface="Trebuchet MS"/>
              <a:sym typeface="Trebuchet MS"/>
            </a:endParaRPr>
          </a:p>
        </p:txBody>
      </p:sp>
      <p:pic>
        <p:nvPicPr>
          <p:cNvPr id="4" name="Picture 3">
            <a:extLst>
              <a:ext uri="{FF2B5EF4-FFF2-40B4-BE49-F238E27FC236}">
                <a16:creationId xmlns:a16="http://schemas.microsoft.com/office/drawing/2014/main" id="{CCCFE500-9890-7803-29C1-EB7B98E1040A}"/>
              </a:ext>
            </a:extLst>
          </p:cNvPr>
          <p:cNvPicPr>
            <a:picLocks noChangeAspect="1"/>
          </p:cNvPicPr>
          <p:nvPr/>
        </p:nvPicPr>
        <p:blipFill>
          <a:blip r:embed="rId3"/>
          <a:stretch>
            <a:fillRect/>
          </a:stretch>
        </p:blipFill>
        <p:spPr>
          <a:xfrm>
            <a:off x="1134411" y="1867148"/>
            <a:ext cx="9923178" cy="48924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7" name="Google Shape;327;p7"/>
          <p:cNvSpPr txBox="1"/>
          <p:nvPr/>
        </p:nvSpPr>
        <p:spPr>
          <a:xfrm>
            <a:off x="1134411" y="666819"/>
            <a:ext cx="7371725" cy="64629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IN" sz="3600" b="1" dirty="0">
                <a:solidFill>
                  <a:srgbClr val="003399"/>
                </a:solidFill>
                <a:latin typeface="Trebuchet MS"/>
                <a:ea typeface="Trebuchet MS"/>
                <a:cs typeface="Trebuchet MS"/>
                <a:sym typeface="Trebuchet MS"/>
              </a:rPr>
              <a:t>Excel Week-1 Assignment </a:t>
            </a:r>
            <a:endParaRPr sz="3600" b="1" dirty="0">
              <a:solidFill>
                <a:srgbClr val="003399"/>
              </a:solidFill>
              <a:latin typeface="Trebuchet MS"/>
              <a:ea typeface="Trebuchet MS"/>
              <a:cs typeface="Trebuchet MS"/>
              <a:sym typeface="Trebuchet MS"/>
            </a:endParaRPr>
          </a:p>
        </p:txBody>
      </p:sp>
      <p:cxnSp>
        <p:nvCxnSpPr>
          <p:cNvPr id="328" name="Google Shape;328;p7"/>
          <p:cNvCxnSpPr/>
          <p:nvPr/>
        </p:nvCxnSpPr>
        <p:spPr>
          <a:xfrm>
            <a:off x="1319205" y="1350697"/>
            <a:ext cx="939800" cy="0"/>
          </a:xfrm>
          <a:prstGeom prst="straightConnector1">
            <a:avLst/>
          </a:prstGeom>
          <a:noFill/>
          <a:ln w="47625" cap="flat" cmpd="sng">
            <a:solidFill>
              <a:srgbClr val="FF9933"/>
            </a:solidFill>
            <a:prstDash val="solid"/>
            <a:miter lim="800000"/>
            <a:headEnd type="none" w="sm" len="sm"/>
            <a:tailEnd type="none" w="sm" len="sm"/>
          </a:ln>
        </p:spPr>
      </p:cxnSp>
      <p:sp>
        <p:nvSpPr>
          <p:cNvPr id="329" name="Google Shape;329;p7"/>
          <p:cNvSpPr txBox="1"/>
          <p:nvPr/>
        </p:nvSpPr>
        <p:spPr>
          <a:xfrm>
            <a:off x="243114" y="1388286"/>
            <a:ext cx="7946136" cy="584735"/>
          </a:xfrm>
          <a:prstGeom prst="rect">
            <a:avLst/>
          </a:prstGeom>
          <a:noFill/>
          <a:ln>
            <a:noFill/>
          </a:ln>
        </p:spPr>
        <p:txBody>
          <a:bodyPr spcFirstLastPara="1" wrap="square" lIns="91425" tIns="45700" rIns="91425" bIns="45700" anchor="t" anchorCtr="0">
            <a:spAutoFit/>
          </a:bodyPr>
          <a:lstStyle/>
          <a:p>
            <a:r>
              <a:rPr lang="en-US" sz="1600" dirty="0">
                <a:solidFill>
                  <a:schemeClr val="dk1"/>
                </a:solidFill>
                <a:latin typeface="Trebuchet MS"/>
                <a:ea typeface="Trebuchet MS"/>
                <a:cs typeface="Trebuchet MS"/>
                <a:sym typeface="Trebuchet MS"/>
              </a:rPr>
              <a:t>Q1.</a:t>
            </a:r>
            <a:r>
              <a:rPr lang="en-US" b="1" dirty="0"/>
              <a:t> Calculate the average points per game for LeBron James.</a:t>
            </a:r>
            <a:endParaRPr lang="en-US" dirty="0"/>
          </a:p>
          <a:p>
            <a:pPr marL="0" marR="0" lvl="0" indent="0" algn="l" rtl="0">
              <a:spcBef>
                <a:spcPts val="0"/>
              </a:spcBef>
              <a:spcAft>
                <a:spcPts val="0"/>
              </a:spcAft>
              <a:buNone/>
            </a:pPr>
            <a:endParaRPr sz="1600" dirty="0">
              <a:solidFill>
                <a:schemeClr val="dk1"/>
              </a:solidFill>
              <a:latin typeface="Trebuchet MS"/>
              <a:ea typeface="Trebuchet MS"/>
              <a:cs typeface="Trebuchet MS"/>
              <a:sym typeface="Trebuchet MS"/>
            </a:endParaRPr>
          </a:p>
        </p:txBody>
      </p:sp>
      <p:pic>
        <p:nvPicPr>
          <p:cNvPr id="4" name="Picture 3">
            <a:extLst>
              <a:ext uri="{FF2B5EF4-FFF2-40B4-BE49-F238E27FC236}">
                <a16:creationId xmlns:a16="http://schemas.microsoft.com/office/drawing/2014/main" id="{125B4A44-856E-3B1E-4276-9AAFB85CB6E9}"/>
              </a:ext>
            </a:extLst>
          </p:cNvPr>
          <p:cNvPicPr>
            <a:picLocks noChangeAspect="1"/>
          </p:cNvPicPr>
          <p:nvPr/>
        </p:nvPicPr>
        <p:blipFill>
          <a:blip r:embed="rId3"/>
          <a:stretch>
            <a:fillRect/>
          </a:stretch>
        </p:blipFill>
        <p:spPr>
          <a:xfrm>
            <a:off x="521109" y="1825537"/>
            <a:ext cx="11080956" cy="4669841"/>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5" name="Google Shape;335;p8"/>
          <p:cNvSpPr txBox="1"/>
          <p:nvPr/>
        </p:nvSpPr>
        <p:spPr>
          <a:xfrm>
            <a:off x="1134411" y="666819"/>
            <a:ext cx="7371725" cy="646290"/>
          </a:xfrm>
          <a:prstGeom prst="rect">
            <a:avLst/>
          </a:prstGeom>
          <a:noFill/>
          <a:ln>
            <a:noFill/>
          </a:ln>
        </p:spPr>
        <p:txBody>
          <a:bodyPr spcFirstLastPara="1" wrap="square" lIns="91425" tIns="45700" rIns="91425" bIns="45700" anchor="t" anchorCtr="0">
            <a:spAutoFit/>
          </a:bodyPr>
          <a:lstStyle/>
          <a:p>
            <a:pPr lvl="0"/>
            <a:r>
              <a:rPr lang="en-IN" sz="3600" b="1" dirty="0">
                <a:solidFill>
                  <a:srgbClr val="003399"/>
                </a:solidFill>
                <a:latin typeface="Trebuchet MS"/>
                <a:ea typeface="Trebuchet MS"/>
                <a:cs typeface="Trebuchet MS"/>
                <a:sym typeface="Trebuchet MS"/>
              </a:rPr>
              <a:t>Excel Week-1 Assignment </a:t>
            </a:r>
          </a:p>
        </p:txBody>
      </p:sp>
      <p:cxnSp>
        <p:nvCxnSpPr>
          <p:cNvPr id="336" name="Google Shape;336;p8"/>
          <p:cNvCxnSpPr/>
          <p:nvPr/>
        </p:nvCxnSpPr>
        <p:spPr>
          <a:xfrm>
            <a:off x="1319205" y="1350697"/>
            <a:ext cx="939800" cy="0"/>
          </a:xfrm>
          <a:prstGeom prst="straightConnector1">
            <a:avLst/>
          </a:prstGeom>
          <a:noFill/>
          <a:ln w="47625" cap="flat" cmpd="sng">
            <a:solidFill>
              <a:srgbClr val="FF9933"/>
            </a:solidFill>
            <a:prstDash val="solid"/>
            <a:miter lim="800000"/>
            <a:headEnd type="none" w="sm" len="sm"/>
            <a:tailEnd type="none" w="sm" len="sm"/>
          </a:ln>
        </p:spPr>
      </p:cxnSp>
      <p:sp>
        <p:nvSpPr>
          <p:cNvPr id="337" name="Google Shape;337;p8"/>
          <p:cNvSpPr txBox="1"/>
          <p:nvPr/>
        </p:nvSpPr>
        <p:spPr>
          <a:xfrm>
            <a:off x="475488" y="1467058"/>
            <a:ext cx="7371724" cy="830956"/>
          </a:xfrm>
          <a:prstGeom prst="rect">
            <a:avLst/>
          </a:prstGeom>
          <a:noFill/>
          <a:ln>
            <a:noFill/>
          </a:ln>
        </p:spPr>
        <p:txBody>
          <a:bodyPr spcFirstLastPara="1" wrap="square" lIns="91425" tIns="45700" rIns="91425" bIns="45700" anchor="t" anchorCtr="0">
            <a:spAutoFit/>
          </a:bodyPr>
          <a:lstStyle/>
          <a:p>
            <a:r>
              <a:rPr lang="en-US" sz="1600" b="1" dirty="0">
                <a:solidFill>
                  <a:schemeClr val="dk1"/>
                </a:solidFill>
                <a:latin typeface="Trebuchet MS" panose="020B0603020202020204" pitchFamily="34" charset="0"/>
                <a:ea typeface="Trebuchet MS"/>
                <a:cs typeface="Trebuchet MS"/>
                <a:sym typeface="Trebuchet MS"/>
              </a:rPr>
              <a:t>Q2.</a:t>
            </a:r>
            <a:r>
              <a:rPr lang="en-US" sz="1600" b="1" dirty="0">
                <a:latin typeface="Trebuchet MS" panose="020B0603020202020204" pitchFamily="34" charset="0"/>
              </a:rPr>
              <a:t> What is the mode for the number of games played by the team members on the Lakers?</a:t>
            </a:r>
          </a:p>
          <a:p>
            <a:pPr marL="0" marR="0" lvl="0" indent="0" algn="l" rtl="0">
              <a:spcBef>
                <a:spcPts val="0"/>
              </a:spcBef>
              <a:spcAft>
                <a:spcPts val="0"/>
              </a:spcAft>
              <a:buNone/>
            </a:pPr>
            <a:endParaRPr sz="1600" b="1" dirty="0">
              <a:solidFill>
                <a:schemeClr val="dk1"/>
              </a:solidFill>
              <a:latin typeface="Trebuchet MS" panose="020B0603020202020204" pitchFamily="34" charset="0"/>
              <a:ea typeface="Trebuchet MS"/>
              <a:cs typeface="Trebuchet MS"/>
              <a:sym typeface="Trebuchet MS"/>
            </a:endParaRPr>
          </a:p>
        </p:txBody>
      </p:sp>
      <p:pic>
        <p:nvPicPr>
          <p:cNvPr id="4" name="Picture 3">
            <a:extLst>
              <a:ext uri="{FF2B5EF4-FFF2-40B4-BE49-F238E27FC236}">
                <a16:creationId xmlns:a16="http://schemas.microsoft.com/office/drawing/2014/main" id="{68BF35C7-9D74-1C1F-B7DB-A055AC3605C7}"/>
              </a:ext>
            </a:extLst>
          </p:cNvPr>
          <p:cNvPicPr>
            <a:picLocks noChangeAspect="1"/>
          </p:cNvPicPr>
          <p:nvPr/>
        </p:nvPicPr>
        <p:blipFill>
          <a:blip r:embed="rId3"/>
          <a:stretch>
            <a:fillRect/>
          </a:stretch>
        </p:blipFill>
        <p:spPr>
          <a:xfrm>
            <a:off x="308340" y="2106316"/>
            <a:ext cx="11569028" cy="44812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3" name="Google Shape;343;p9"/>
          <p:cNvSpPr txBox="1"/>
          <p:nvPr/>
        </p:nvSpPr>
        <p:spPr>
          <a:xfrm>
            <a:off x="1134411" y="666819"/>
            <a:ext cx="7371725" cy="646290"/>
          </a:xfrm>
          <a:prstGeom prst="rect">
            <a:avLst/>
          </a:prstGeom>
          <a:noFill/>
          <a:ln>
            <a:noFill/>
          </a:ln>
        </p:spPr>
        <p:txBody>
          <a:bodyPr spcFirstLastPara="1" wrap="square" lIns="91425" tIns="45700" rIns="91425" bIns="45700" anchor="t" anchorCtr="0">
            <a:spAutoFit/>
          </a:bodyPr>
          <a:lstStyle/>
          <a:p>
            <a:pPr lvl="0"/>
            <a:r>
              <a:rPr lang="en-IN" sz="3600" b="1" dirty="0">
                <a:solidFill>
                  <a:srgbClr val="003399"/>
                </a:solidFill>
                <a:latin typeface="Trebuchet MS"/>
                <a:ea typeface="Trebuchet MS"/>
                <a:cs typeface="Trebuchet MS"/>
                <a:sym typeface="Trebuchet MS"/>
              </a:rPr>
              <a:t>Excel Week-1 Assignment </a:t>
            </a:r>
          </a:p>
        </p:txBody>
      </p:sp>
      <p:cxnSp>
        <p:nvCxnSpPr>
          <p:cNvPr id="344" name="Google Shape;344;p9"/>
          <p:cNvCxnSpPr/>
          <p:nvPr/>
        </p:nvCxnSpPr>
        <p:spPr>
          <a:xfrm>
            <a:off x="1319205" y="1350697"/>
            <a:ext cx="939800" cy="0"/>
          </a:xfrm>
          <a:prstGeom prst="straightConnector1">
            <a:avLst/>
          </a:prstGeom>
          <a:noFill/>
          <a:ln w="47625" cap="flat" cmpd="sng">
            <a:solidFill>
              <a:srgbClr val="FF9933"/>
            </a:solidFill>
            <a:prstDash val="solid"/>
            <a:miter lim="800000"/>
            <a:headEnd type="none" w="sm" len="sm"/>
            <a:tailEnd type="none" w="sm" len="sm"/>
          </a:ln>
        </p:spPr>
      </p:cxnSp>
      <p:sp>
        <p:nvSpPr>
          <p:cNvPr id="345" name="Google Shape;345;p9"/>
          <p:cNvSpPr txBox="1"/>
          <p:nvPr/>
        </p:nvSpPr>
        <p:spPr>
          <a:xfrm>
            <a:off x="258987" y="1449841"/>
            <a:ext cx="7900260" cy="584735"/>
          </a:xfrm>
          <a:prstGeom prst="rect">
            <a:avLst/>
          </a:prstGeom>
          <a:noFill/>
          <a:ln>
            <a:noFill/>
          </a:ln>
        </p:spPr>
        <p:txBody>
          <a:bodyPr spcFirstLastPara="1" wrap="square" lIns="91425" tIns="45700" rIns="91425" bIns="45700" anchor="t" anchorCtr="0">
            <a:spAutoFit/>
          </a:bodyPr>
          <a:lstStyle/>
          <a:p>
            <a:r>
              <a:rPr lang="en-US" sz="1600" b="1" dirty="0">
                <a:solidFill>
                  <a:schemeClr val="dk1"/>
                </a:solidFill>
                <a:latin typeface="Trebuchet MS" panose="020B0603020202020204" pitchFamily="34" charset="0"/>
                <a:ea typeface="Trebuchet MS"/>
                <a:cs typeface="Trebuchet MS"/>
                <a:sym typeface="Trebuchet MS"/>
              </a:rPr>
              <a:t>Q3.</a:t>
            </a:r>
            <a:r>
              <a:rPr lang="en-US" sz="1600" b="1" dirty="0">
                <a:latin typeface="Trebuchet MS" panose="020B0603020202020204" pitchFamily="34" charset="0"/>
              </a:rPr>
              <a:t> Calculate the median minutes per game for these players.</a:t>
            </a:r>
          </a:p>
          <a:p>
            <a:pPr marL="0" marR="0" lvl="0" indent="0" algn="l" rtl="0">
              <a:spcBef>
                <a:spcPts val="0"/>
              </a:spcBef>
              <a:spcAft>
                <a:spcPts val="0"/>
              </a:spcAft>
              <a:buNone/>
            </a:pPr>
            <a:endParaRPr sz="1600" b="1" dirty="0">
              <a:solidFill>
                <a:schemeClr val="dk1"/>
              </a:solidFill>
              <a:latin typeface="Trebuchet MS" panose="020B0603020202020204" pitchFamily="34" charset="0"/>
              <a:ea typeface="Trebuchet MS"/>
              <a:cs typeface="Trebuchet MS"/>
              <a:sym typeface="Trebuchet MS"/>
            </a:endParaRPr>
          </a:p>
        </p:txBody>
      </p:sp>
      <p:pic>
        <p:nvPicPr>
          <p:cNvPr id="4" name="Picture 3">
            <a:extLst>
              <a:ext uri="{FF2B5EF4-FFF2-40B4-BE49-F238E27FC236}">
                <a16:creationId xmlns:a16="http://schemas.microsoft.com/office/drawing/2014/main" id="{9C3327C3-35D0-8EFA-DAA6-29F429DD082C}"/>
              </a:ext>
            </a:extLst>
          </p:cNvPr>
          <p:cNvPicPr>
            <a:picLocks noChangeAspect="1"/>
          </p:cNvPicPr>
          <p:nvPr/>
        </p:nvPicPr>
        <p:blipFill>
          <a:blip r:embed="rId3"/>
          <a:stretch>
            <a:fillRect/>
          </a:stretch>
        </p:blipFill>
        <p:spPr>
          <a:xfrm>
            <a:off x="419545" y="1955918"/>
            <a:ext cx="11352910" cy="439290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2" name="Google Shape;352;p10"/>
          <p:cNvSpPr txBox="1"/>
          <p:nvPr/>
        </p:nvSpPr>
        <p:spPr>
          <a:xfrm>
            <a:off x="1134411" y="666819"/>
            <a:ext cx="7371725" cy="646290"/>
          </a:xfrm>
          <a:prstGeom prst="rect">
            <a:avLst/>
          </a:prstGeom>
          <a:noFill/>
          <a:ln>
            <a:noFill/>
          </a:ln>
        </p:spPr>
        <p:txBody>
          <a:bodyPr spcFirstLastPara="1" wrap="square" lIns="91425" tIns="45700" rIns="91425" bIns="45700" anchor="t" anchorCtr="0">
            <a:spAutoFit/>
          </a:bodyPr>
          <a:lstStyle/>
          <a:p>
            <a:pPr lvl="0"/>
            <a:r>
              <a:rPr lang="en-IN" sz="3600" b="1" dirty="0">
                <a:solidFill>
                  <a:srgbClr val="003399"/>
                </a:solidFill>
                <a:latin typeface="Trebuchet MS"/>
                <a:ea typeface="Trebuchet MS"/>
                <a:cs typeface="Trebuchet MS"/>
                <a:sym typeface="Trebuchet MS"/>
              </a:rPr>
              <a:t>Excel Week-1 Assignment </a:t>
            </a:r>
          </a:p>
        </p:txBody>
      </p:sp>
      <p:cxnSp>
        <p:nvCxnSpPr>
          <p:cNvPr id="353" name="Google Shape;353;p10"/>
          <p:cNvCxnSpPr/>
          <p:nvPr/>
        </p:nvCxnSpPr>
        <p:spPr>
          <a:xfrm>
            <a:off x="1319205" y="1350697"/>
            <a:ext cx="939800" cy="0"/>
          </a:xfrm>
          <a:prstGeom prst="straightConnector1">
            <a:avLst/>
          </a:prstGeom>
          <a:noFill/>
          <a:ln w="47625" cap="flat" cmpd="sng">
            <a:solidFill>
              <a:srgbClr val="FF9933"/>
            </a:solidFill>
            <a:prstDash val="solid"/>
            <a:miter lim="800000"/>
            <a:headEnd type="none" w="sm" len="sm"/>
            <a:tailEnd type="none" w="sm" len="sm"/>
          </a:ln>
        </p:spPr>
      </p:cxnSp>
      <p:sp>
        <p:nvSpPr>
          <p:cNvPr id="354" name="Google Shape;354;p10"/>
          <p:cNvSpPr txBox="1"/>
          <p:nvPr/>
        </p:nvSpPr>
        <p:spPr>
          <a:xfrm>
            <a:off x="283463" y="1350697"/>
            <a:ext cx="10774125" cy="584735"/>
          </a:xfrm>
          <a:prstGeom prst="rect">
            <a:avLst/>
          </a:prstGeom>
          <a:noFill/>
          <a:ln>
            <a:noFill/>
          </a:ln>
        </p:spPr>
        <p:txBody>
          <a:bodyPr spcFirstLastPara="1" wrap="square" lIns="91425" tIns="45700" rIns="91425" bIns="45700" anchor="t" anchorCtr="0">
            <a:spAutoFit/>
          </a:bodyPr>
          <a:lstStyle/>
          <a:p>
            <a:r>
              <a:rPr lang="en-US" sz="1600" b="1" dirty="0">
                <a:solidFill>
                  <a:schemeClr val="dk1"/>
                </a:solidFill>
                <a:latin typeface="Trebuchet MS" panose="020B0603020202020204" pitchFamily="34" charset="0"/>
                <a:ea typeface="Trebuchet MS"/>
                <a:cs typeface="Trebuchet MS"/>
                <a:sym typeface="Trebuchet MS"/>
              </a:rPr>
              <a:t>Q4.</a:t>
            </a:r>
            <a:r>
              <a:rPr lang="en-US" sz="1600" b="1" dirty="0">
                <a:latin typeface="Trebuchet MS" panose="020B0603020202020204" pitchFamily="34" charset="0"/>
              </a:rPr>
              <a:t> Calculate the standard deviation of total points for the entire team.</a:t>
            </a:r>
          </a:p>
          <a:p>
            <a:pPr marL="0" marR="0" lvl="0" indent="0" algn="l" rtl="0">
              <a:spcBef>
                <a:spcPts val="0"/>
              </a:spcBef>
              <a:spcAft>
                <a:spcPts val="0"/>
              </a:spcAft>
              <a:buNone/>
            </a:pPr>
            <a:endParaRPr sz="1600" b="1" dirty="0">
              <a:solidFill>
                <a:schemeClr val="dk1"/>
              </a:solidFill>
              <a:latin typeface="Trebuchet MS" panose="020B0603020202020204" pitchFamily="34" charset="0"/>
              <a:ea typeface="Trebuchet MS"/>
              <a:cs typeface="Trebuchet MS"/>
              <a:sym typeface="Trebuchet MS"/>
            </a:endParaRPr>
          </a:p>
        </p:txBody>
      </p:sp>
      <p:pic>
        <p:nvPicPr>
          <p:cNvPr id="3" name="Picture 2">
            <a:extLst>
              <a:ext uri="{FF2B5EF4-FFF2-40B4-BE49-F238E27FC236}">
                <a16:creationId xmlns:a16="http://schemas.microsoft.com/office/drawing/2014/main" id="{01AEA359-25BA-54BA-9351-0443BD4F7514}"/>
              </a:ext>
            </a:extLst>
          </p:cNvPr>
          <p:cNvPicPr>
            <a:picLocks noChangeAspect="1"/>
          </p:cNvPicPr>
          <p:nvPr/>
        </p:nvPicPr>
        <p:blipFill>
          <a:blip r:embed="rId3"/>
          <a:stretch>
            <a:fillRect/>
          </a:stretch>
        </p:blipFill>
        <p:spPr>
          <a:xfrm>
            <a:off x="398206" y="1837110"/>
            <a:ext cx="11395587" cy="4536863"/>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60" name="Google Shape;360;p11"/>
          <p:cNvSpPr txBox="1"/>
          <p:nvPr/>
        </p:nvSpPr>
        <p:spPr>
          <a:xfrm>
            <a:off x="1134411" y="666819"/>
            <a:ext cx="7371725" cy="646290"/>
          </a:xfrm>
          <a:prstGeom prst="rect">
            <a:avLst/>
          </a:prstGeom>
          <a:noFill/>
          <a:ln>
            <a:noFill/>
          </a:ln>
        </p:spPr>
        <p:txBody>
          <a:bodyPr spcFirstLastPara="1" wrap="square" lIns="91425" tIns="45700" rIns="91425" bIns="45700" anchor="t" anchorCtr="0">
            <a:spAutoFit/>
          </a:bodyPr>
          <a:lstStyle/>
          <a:p>
            <a:pPr lvl="0"/>
            <a:r>
              <a:rPr lang="en-IN" sz="3600" b="1" dirty="0">
                <a:solidFill>
                  <a:srgbClr val="003399"/>
                </a:solidFill>
                <a:latin typeface="Trebuchet MS"/>
                <a:ea typeface="Trebuchet MS"/>
                <a:cs typeface="Trebuchet MS"/>
                <a:sym typeface="Trebuchet MS"/>
              </a:rPr>
              <a:t>Excel Week-1 Assignment </a:t>
            </a:r>
          </a:p>
        </p:txBody>
      </p:sp>
      <p:cxnSp>
        <p:nvCxnSpPr>
          <p:cNvPr id="361" name="Google Shape;361;p11"/>
          <p:cNvCxnSpPr/>
          <p:nvPr/>
        </p:nvCxnSpPr>
        <p:spPr>
          <a:xfrm>
            <a:off x="1319205" y="1350697"/>
            <a:ext cx="939800" cy="0"/>
          </a:xfrm>
          <a:prstGeom prst="straightConnector1">
            <a:avLst/>
          </a:prstGeom>
          <a:noFill/>
          <a:ln w="47625" cap="flat" cmpd="sng">
            <a:solidFill>
              <a:srgbClr val="FF9933"/>
            </a:solidFill>
            <a:prstDash val="solid"/>
            <a:miter lim="800000"/>
            <a:headEnd type="none" w="sm" len="sm"/>
            <a:tailEnd type="none" w="sm" len="sm"/>
          </a:ln>
        </p:spPr>
      </p:cxnSp>
      <p:sp>
        <p:nvSpPr>
          <p:cNvPr id="362" name="Google Shape;362;p11"/>
          <p:cNvSpPr txBox="1"/>
          <p:nvPr/>
        </p:nvSpPr>
        <p:spPr>
          <a:xfrm>
            <a:off x="448610" y="1963345"/>
            <a:ext cx="10807654" cy="1815841"/>
          </a:xfrm>
          <a:prstGeom prst="rect">
            <a:avLst/>
          </a:prstGeom>
          <a:noFill/>
          <a:ln>
            <a:noFill/>
          </a:ln>
        </p:spPr>
        <p:txBody>
          <a:bodyPr spcFirstLastPara="1" wrap="square" lIns="91425" tIns="45700" rIns="91425" bIns="45700" anchor="t" anchorCtr="0">
            <a:spAutoFit/>
          </a:bodyPr>
          <a:lstStyle/>
          <a:p>
            <a:r>
              <a:rPr lang="en-US" sz="1600" b="1" dirty="0">
                <a:solidFill>
                  <a:schemeClr val="dk1"/>
                </a:solidFill>
                <a:latin typeface="Trebuchet MS" panose="020B0603020202020204" pitchFamily="34" charset="0"/>
                <a:ea typeface="Trebuchet MS"/>
                <a:cs typeface="Trebuchet MS"/>
                <a:sym typeface="Trebuchet MS"/>
              </a:rPr>
              <a:t>Q5.</a:t>
            </a:r>
            <a:r>
              <a:rPr lang="en-US" sz="1600" b="1" dirty="0">
                <a:latin typeface="Trebuchet MS" panose="020B0603020202020204" pitchFamily="34" charset="0"/>
              </a:rPr>
              <a:t> Which is the appropriate measure for the central tendency for the number of minutes per player on this team?</a:t>
            </a:r>
            <a:br>
              <a:rPr lang="en-US" sz="1600" b="1" dirty="0">
                <a:latin typeface="Trebuchet MS" panose="020B0603020202020204" pitchFamily="34" charset="0"/>
              </a:rPr>
            </a:br>
            <a:br>
              <a:rPr lang="en-US" sz="1600" b="1" dirty="0">
                <a:latin typeface="Trebuchet MS" panose="020B0603020202020204" pitchFamily="34" charset="0"/>
              </a:rPr>
            </a:br>
            <a:br>
              <a:rPr lang="en-US" sz="1600" b="1" dirty="0">
                <a:latin typeface="Trebuchet MS" panose="020B0603020202020204" pitchFamily="34" charset="0"/>
              </a:rPr>
            </a:br>
            <a:r>
              <a:rPr lang="en-US" sz="1600" b="1" dirty="0">
                <a:latin typeface="Trebuchet MS" panose="020B0603020202020204" pitchFamily="34" charset="0"/>
              </a:rPr>
              <a:t>Ans: </a:t>
            </a:r>
            <a:r>
              <a:rPr lang="en-US" sz="1600" b="1" dirty="0"/>
              <a:t>The median is the most suitable measure of central tendency for minutes per player because the data is skewed by the large gap between starters and bench players, which makes the mean highly sensitive to outliers.</a:t>
            </a:r>
            <a:endParaRPr sz="1600" b="1" dirty="0">
              <a:solidFill>
                <a:schemeClr val="dk1"/>
              </a:solidFill>
              <a:latin typeface="Trebuchet MS" panose="020B0603020202020204" pitchFamily="34" charset="0"/>
              <a:ea typeface="Trebuchet MS"/>
              <a:cs typeface="Trebuchet MS"/>
              <a:sym typeface="Trebuchet M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0">
          <a:extLst>
            <a:ext uri="{FF2B5EF4-FFF2-40B4-BE49-F238E27FC236}">
              <a16:creationId xmlns:a16="http://schemas.microsoft.com/office/drawing/2014/main" id="{365FD626-BCE3-AB99-9994-49CC0CFF54CC}"/>
            </a:ext>
          </a:extLst>
        </p:cNvPr>
        <p:cNvGrpSpPr/>
        <p:nvPr/>
      </p:nvGrpSpPr>
      <p:grpSpPr>
        <a:xfrm>
          <a:off x="0" y="0"/>
          <a:ext cx="0" cy="0"/>
          <a:chOff x="0" y="0"/>
          <a:chExt cx="0" cy="0"/>
        </a:xfrm>
      </p:grpSpPr>
      <p:sp>
        <p:nvSpPr>
          <p:cNvPr id="352" name="Google Shape;352;p10">
            <a:extLst>
              <a:ext uri="{FF2B5EF4-FFF2-40B4-BE49-F238E27FC236}">
                <a16:creationId xmlns:a16="http://schemas.microsoft.com/office/drawing/2014/main" id="{53EDDF1D-7777-C4FB-7040-7D9595F276D9}"/>
              </a:ext>
            </a:extLst>
          </p:cNvPr>
          <p:cNvSpPr txBox="1"/>
          <p:nvPr/>
        </p:nvSpPr>
        <p:spPr>
          <a:xfrm>
            <a:off x="1134411" y="666819"/>
            <a:ext cx="7371725" cy="646290"/>
          </a:xfrm>
          <a:prstGeom prst="rect">
            <a:avLst/>
          </a:prstGeom>
          <a:noFill/>
          <a:ln>
            <a:noFill/>
          </a:ln>
        </p:spPr>
        <p:txBody>
          <a:bodyPr spcFirstLastPara="1" wrap="square" lIns="91425" tIns="45700" rIns="91425" bIns="45700" anchor="t" anchorCtr="0">
            <a:spAutoFit/>
          </a:bodyPr>
          <a:lstStyle/>
          <a:p>
            <a:pPr lvl="0"/>
            <a:r>
              <a:rPr lang="en-IN" sz="3600" b="1" dirty="0">
                <a:solidFill>
                  <a:srgbClr val="003399"/>
                </a:solidFill>
                <a:latin typeface="Trebuchet MS"/>
                <a:ea typeface="Trebuchet MS"/>
                <a:cs typeface="Trebuchet MS"/>
                <a:sym typeface="Trebuchet MS"/>
              </a:rPr>
              <a:t>Excel Week-1 Assignment </a:t>
            </a:r>
          </a:p>
        </p:txBody>
      </p:sp>
      <p:cxnSp>
        <p:nvCxnSpPr>
          <p:cNvPr id="353" name="Google Shape;353;p10">
            <a:extLst>
              <a:ext uri="{FF2B5EF4-FFF2-40B4-BE49-F238E27FC236}">
                <a16:creationId xmlns:a16="http://schemas.microsoft.com/office/drawing/2014/main" id="{8EE3795C-3B64-CBB9-7106-1F0D1D0A9E08}"/>
              </a:ext>
            </a:extLst>
          </p:cNvPr>
          <p:cNvCxnSpPr/>
          <p:nvPr/>
        </p:nvCxnSpPr>
        <p:spPr>
          <a:xfrm>
            <a:off x="1319205" y="1350697"/>
            <a:ext cx="939800" cy="0"/>
          </a:xfrm>
          <a:prstGeom prst="straightConnector1">
            <a:avLst/>
          </a:prstGeom>
          <a:noFill/>
          <a:ln w="47625" cap="flat" cmpd="sng">
            <a:solidFill>
              <a:srgbClr val="FF9933"/>
            </a:solidFill>
            <a:prstDash val="solid"/>
            <a:miter lim="800000"/>
            <a:headEnd type="none" w="sm" len="sm"/>
            <a:tailEnd type="none" w="sm" len="sm"/>
          </a:ln>
        </p:spPr>
      </p:cxnSp>
      <p:sp>
        <p:nvSpPr>
          <p:cNvPr id="354" name="Google Shape;354;p10">
            <a:extLst>
              <a:ext uri="{FF2B5EF4-FFF2-40B4-BE49-F238E27FC236}">
                <a16:creationId xmlns:a16="http://schemas.microsoft.com/office/drawing/2014/main" id="{ABC13D9A-0F17-A7EB-0DF2-F11BEDFDCF14}"/>
              </a:ext>
            </a:extLst>
          </p:cNvPr>
          <p:cNvSpPr txBox="1"/>
          <p:nvPr/>
        </p:nvSpPr>
        <p:spPr>
          <a:xfrm>
            <a:off x="283463" y="1350697"/>
            <a:ext cx="10774125" cy="584735"/>
          </a:xfrm>
          <a:prstGeom prst="rect">
            <a:avLst/>
          </a:prstGeom>
          <a:noFill/>
          <a:ln>
            <a:noFill/>
          </a:ln>
        </p:spPr>
        <p:txBody>
          <a:bodyPr spcFirstLastPara="1" wrap="square" lIns="91425" tIns="45700" rIns="91425" bIns="45700" anchor="t" anchorCtr="0">
            <a:spAutoFit/>
          </a:bodyPr>
          <a:lstStyle/>
          <a:p>
            <a:r>
              <a:rPr lang="en-US" sz="1600" b="1" dirty="0">
                <a:solidFill>
                  <a:schemeClr val="dk1"/>
                </a:solidFill>
                <a:latin typeface="Trebuchet MS" panose="020B0603020202020204" pitchFamily="34" charset="0"/>
                <a:ea typeface="Trebuchet MS"/>
                <a:cs typeface="Trebuchet MS"/>
                <a:sym typeface="Trebuchet MS"/>
              </a:rPr>
              <a:t>Q6.</a:t>
            </a:r>
            <a:r>
              <a:rPr lang="en-US" b="1" dirty="0"/>
              <a:t> Plot the column chart to show every player's game points.</a:t>
            </a:r>
            <a:endParaRPr lang="en-US" dirty="0"/>
          </a:p>
          <a:p>
            <a:endParaRPr sz="1600" b="1" dirty="0">
              <a:solidFill>
                <a:schemeClr val="dk1"/>
              </a:solidFill>
              <a:latin typeface="Trebuchet MS" panose="020B0603020202020204" pitchFamily="34" charset="0"/>
              <a:ea typeface="Trebuchet MS"/>
              <a:cs typeface="Trebuchet MS"/>
              <a:sym typeface="Trebuchet MS"/>
            </a:endParaRPr>
          </a:p>
        </p:txBody>
      </p:sp>
      <p:pic>
        <p:nvPicPr>
          <p:cNvPr id="4" name="Picture 3">
            <a:extLst>
              <a:ext uri="{FF2B5EF4-FFF2-40B4-BE49-F238E27FC236}">
                <a16:creationId xmlns:a16="http://schemas.microsoft.com/office/drawing/2014/main" id="{14352B97-2F55-7698-FFD2-05613F2588F1}"/>
              </a:ext>
            </a:extLst>
          </p:cNvPr>
          <p:cNvPicPr>
            <a:picLocks noChangeAspect="1"/>
          </p:cNvPicPr>
          <p:nvPr/>
        </p:nvPicPr>
        <p:blipFill>
          <a:blip r:embed="rId3"/>
          <a:stretch>
            <a:fillRect/>
          </a:stretch>
        </p:blipFill>
        <p:spPr>
          <a:xfrm>
            <a:off x="732918" y="1935432"/>
            <a:ext cx="10324670" cy="4001141"/>
          </a:xfrm>
          <a:prstGeom prst="rect">
            <a:avLst/>
          </a:prstGeom>
        </p:spPr>
      </p:pic>
    </p:spTree>
    <p:extLst>
      <p:ext uri="{BB962C8B-B14F-4D97-AF65-F5344CB8AC3E}">
        <p14:creationId xmlns:p14="http://schemas.microsoft.com/office/powerpoint/2010/main" val="915528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3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51</TotalTime>
  <Words>262</Words>
  <Application>Microsoft Office PowerPoint</Application>
  <PresentationFormat>Widescreen</PresentationFormat>
  <Paragraphs>34</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Calibri</vt:lpstr>
      <vt:lpstr>Arial</vt:lpstr>
      <vt:lpstr>Trebuchet MS</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Robby Fathur Riza</dc:creator>
  <cp:lastModifiedBy>Viswajith Ps</cp:lastModifiedBy>
  <cp:revision>3</cp:revision>
  <dcterms:created xsi:type="dcterms:W3CDTF">2020-06-02T01:04:08Z</dcterms:created>
  <dcterms:modified xsi:type="dcterms:W3CDTF">2026-01-22T04:53:05Z</dcterms:modified>
</cp:coreProperties>
</file>